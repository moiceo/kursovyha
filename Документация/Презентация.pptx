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1" r:id="rId7"/>
    <p:sldId id="267" r:id="rId8"/>
    <p:sldId id="266" r:id="rId9"/>
    <p:sldId id="262" r:id="rId10"/>
    <p:sldId id="268" r:id="rId11"/>
  </p:sldIdLst>
  <p:sldSz cx="18288000" cy="10287000"/>
  <p:notesSz cx="6858000" cy="9144000"/>
  <p:embeddedFontLst>
    <p:embeddedFont>
      <p:font typeface="Agrandir" panose="020B0604020202020204" charset="0"/>
      <p:regular r:id="rId13"/>
    </p:embeddedFont>
    <p:embeddedFont>
      <p:font typeface="Aileron" panose="020B0604020202020204" charset="0"/>
      <p:regular r:id="rId14"/>
    </p:embeddedFont>
    <p:embeddedFont>
      <p:font typeface="Aileron Bold" panose="020B0604020202020204" charset="0"/>
      <p:regular r:id="rId15"/>
    </p:embeddedFont>
    <p:embeddedFont>
      <p:font typeface="Manrope" pitchFamily="2" charset="0"/>
      <p:regular r:id="rId16"/>
      <p:bold r:id="rId17"/>
    </p:embeddedFont>
    <p:embeddedFont>
      <p:font typeface="Manrope ExtraBold" pitchFamily="2" charset="0"/>
      <p:bold r:id="rId18"/>
    </p:embeddedFont>
    <p:embeddedFont>
      <p:font typeface="Manrope ExtraLight" pitchFamily="2" charset="0"/>
      <p:regular r:id="rId19"/>
    </p:embeddedFont>
    <p:embeddedFont>
      <p:font typeface="Manrope Light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E1D"/>
    <a:srgbClr val="EBEBEB"/>
    <a:srgbClr val="8350F6"/>
    <a:srgbClr val="032043"/>
    <a:srgbClr val="170343"/>
    <a:srgbClr val="353F50"/>
    <a:srgbClr val="7A673D"/>
    <a:srgbClr val="0E1268"/>
    <a:srgbClr val="F8F8F8"/>
    <a:srgbClr val="BA8E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120" y="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06:44:27.96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6T06:44:27.96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A1D80-96CC-4224-96A9-D6423758041C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CF042-2885-4661-8C85-B9F7A2B74B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49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CF042-2885-4661-8C85-B9F7A2B74B2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477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B379C-DF80-717E-28EB-C482ED42B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0E6FB-7D46-F602-46C9-11C3AA4F9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EEDF0-E3C7-F9D5-D584-A9641FCEB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FD464-742B-5E68-FA11-7BF0CE4B4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CF042-2885-4661-8C85-B9F7A2B74B2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274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92000"/>
                <a:lumOff val="8000"/>
              </a:schemeClr>
            </a:gs>
            <a:gs pos="39000">
              <a:schemeClr val="accent1">
                <a:lumMod val="97000"/>
                <a:lumOff val="3000"/>
              </a:schemeClr>
            </a:gs>
            <a:gs pos="82000">
              <a:schemeClr val="accent1">
                <a:lumMod val="92000"/>
                <a:lumOff val="8000"/>
              </a:schemeClr>
            </a:gs>
            <a:gs pos="100000">
              <a:schemeClr val="accent1">
                <a:lumMod val="52000"/>
                <a:lumOff val="48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4764CF0-A422-CB06-41CF-0871B8C739AE}"/>
              </a:ext>
            </a:extLst>
          </p:cNvPr>
          <p:cNvSpPr/>
          <p:nvPr/>
        </p:nvSpPr>
        <p:spPr>
          <a:xfrm>
            <a:off x="8837350" y="7658100"/>
            <a:ext cx="259449" cy="1295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7B66478-4044-5D83-5DCD-82A5938D759C}"/>
              </a:ext>
            </a:extLst>
          </p:cNvPr>
          <p:cNvSpPr/>
          <p:nvPr/>
        </p:nvSpPr>
        <p:spPr>
          <a:xfrm>
            <a:off x="653948" y="7658100"/>
            <a:ext cx="259449" cy="1295400"/>
          </a:xfrm>
          <a:prstGeom prst="roundRect">
            <a:avLst/>
          </a:prstGeom>
          <a:solidFill>
            <a:srgbClr val="F4A5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39FF24-01F6-3B46-F303-0672F9BAC37A}"/>
              </a:ext>
            </a:extLst>
          </p:cNvPr>
          <p:cNvSpPr/>
          <p:nvPr/>
        </p:nvSpPr>
        <p:spPr>
          <a:xfrm>
            <a:off x="768251" y="7658100"/>
            <a:ext cx="8147149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Group 9"/>
          <p:cNvGrpSpPr/>
          <p:nvPr/>
        </p:nvGrpSpPr>
        <p:grpSpPr>
          <a:xfrm>
            <a:off x="0" y="1082371"/>
            <a:ext cx="18288000" cy="1742292"/>
            <a:chOff x="0" y="-28575"/>
            <a:chExt cx="4816593" cy="571615"/>
          </a:xfrm>
          <a:solidFill>
            <a:srgbClr val="F4A530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543040"/>
            </a:xfrm>
            <a:custGeom>
              <a:avLst/>
              <a:gdLst/>
              <a:ahLst/>
              <a:cxnLst/>
              <a:rect l="l" t="t" r="r" b="b"/>
              <a:pathLst>
                <a:path w="4816592" h="543040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35844"/>
                  </a:lnTo>
                  <a:cubicBezTo>
                    <a:pt x="4816592" y="539818"/>
                    <a:pt x="4813371" y="543040"/>
                    <a:pt x="4809396" y="543040"/>
                  </a:cubicBezTo>
                  <a:lnTo>
                    <a:pt x="7197" y="543040"/>
                  </a:lnTo>
                  <a:cubicBezTo>
                    <a:pt x="3222" y="543040"/>
                    <a:pt x="0" y="539818"/>
                    <a:pt x="0" y="535844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4816593" cy="5716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7"/>
                </a:lnSpc>
              </a:pPr>
              <a:endParaRPr/>
            </a:p>
          </p:txBody>
        </p:sp>
      </p:grpSp>
      <p:sp>
        <p:nvSpPr>
          <p:cNvPr id="25" name="Freeform 10">
            <a:extLst>
              <a:ext uri="{FF2B5EF4-FFF2-40B4-BE49-F238E27FC236}">
                <a16:creationId xmlns:a16="http://schemas.microsoft.com/office/drawing/2014/main" id="{2886DEC0-6171-8C8A-918A-21F3EA43A73A}"/>
              </a:ext>
            </a:extLst>
          </p:cNvPr>
          <p:cNvSpPr/>
          <p:nvPr/>
        </p:nvSpPr>
        <p:spPr>
          <a:xfrm>
            <a:off x="-4" y="-126825"/>
            <a:ext cx="18288000" cy="2801926"/>
          </a:xfrm>
          <a:custGeom>
            <a:avLst/>
            <a:gdLst/>
            <a:ahLst/>
            <a:cxnLst/>
            <a:rect l="l" t="t" r="r" b="b"/>
            <a:pathLst>
              <a:path w="4816592" h="543040">
                <a:moveTo>
                  <a:pt x="7197" y="0"/>
                </a:moveTo>
                <a:lnTo>
                  <a:pt x="4809396" y="0"/>
                </a:lnTo>
                <a:cubicBezTo>
                  <a:pt x="4811304" y="0"/>
                  <a:pt x="4813135" y="758"/>
                  <a:pt x="4814484" y="2108"/>
                </a:cubicBezTo>
                <a:cubicBezTo>
                  <a:pt x="4815834" y="3457"/>
                  <a:pt x="4816592" y="5288"/>
                  <a:pt x="4816592" y="7197"/>
                </a:cubicBezTo>
                <a:lnTo>
                  <a:pt x="4816592" y="535844"/>
                </a:lnTo>
                <a:cubicBezTo>
                  <a:pt x="4816592" y="539818"/>
                  <a:pt x="4813371" y="543040"/>
                  <a:pt x="4809396" y="543040"/>
                </a:cubicBezTo>
                <a:lnTo>
                  <a:pt x="7197" y="543040"/>
                </a:lnTo>
                <a:cubicBezTo>
                  <a:pt x="3222" y="543040"/>
                  <a:pt x="0" y="539818"/>
                  <a:pt x="0" y="535844"/>
                </a:cubicBezTo>
                <a:lnTo>
                  <a:pt x="0" y="7197"/>
                </a:lnTo>
                <a:cubicBezTo>
                  <a:pt x="0" y="3222"/>
                  <a:pt x="3222" y="0"/>
                  <a:pt x="7197" y="0"/>
                </a:cubicBezTo>
                <a:close/>
              </a:path>
            </a:pathLst>
          </a:custGeom>
          <a:solidFill>
            <a:srgbClr val="EBEBEB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Box 4"/>
          <p:cNvSpPr txBox="1"/>
          <p:nvPr/>
        </p:nvSpPr>
        <p:spPr>
          <a:xfrm>
            <a:off x="785473" y="6784628"/>
            <a:ext cx="8358527" cy="2994538"/>
          </a:xfrm>
          <a:prstGeom prst="rect">
            <a:avLst/>
          </a:prstGeom>
          <a:ln>
            <a:noFill/>
          </a:ln>
        </p:spPr>
        <p:txBody>
          <a:bodyPr lIns="50800" tIns="50800" rIns="50800" bIns="50800" rtlCol="0" anchor="ctr"/>
          <a:lstStyle/>
          <a:p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Студент группы </a:t>
            </a:r>
            <a:r>
              <a:rPr lang="en-US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ИСПП-35:</a:t>
            </a: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Горелкин Андрей Вячеславович</a:t>
            </a:r>
            <a:endParaRPr lang="en-US" sz="2400" dirty="0">
              <a:latin typeface="Manrope ExtraLight" pitchFamily="2" charset="0"/>
              <a:ea typeface="Aileron Bold"/>
              <a:cs typeface="Aileron Bold"/>
              <a:sym typeface="Aileron Bold"/>
            </a:endParaRPr>
          </a:p>
          <a:p>
            <a:pPr marL="0" lvl="0" indent="0">
              <a:spcBef>
                <a:spcPct val="0"/>
              </a:spcBef>
            </a:pP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Руководитель</a:t>
            </a:r>
            <a:r>
              <a:rPr lang="en-US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: М</a:t>
            </a: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аломан</a:t>
            </a:r>
            <a:r>
              <a:rPr lang="en-US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 Ю</a:t>
            </a: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лия</a:t>
            </a:r>
            <a:r>
              <a:rPr lang="en-US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 </a:t>
            </a: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Сергеевна</a:t>
            </a:r>
            <a:endParaRPr lang="en-US" sz="2400" dirty="0">
              <a:latin typeface="Manrope ExtraLight" pitchFamily="2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52905" y="3732956"/>
            <a:ext cx="16717051" cy="299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6944" b="1" spc="-381" dirty="0">
                <a:solidFill>
                  <a:srgbClr val="F8F8F8"/>
                </a:solidFill>
                <a:latin typeface="Manrope" pitchFamily="2" charset="0"/>
                <a:ea typeface="Agrandir Bold"/>
                <a:cs typeface="Agrandir Bold"/>
                <a:sym typeface="Agrandir Bold"/>
              </a:rPr>
              <a:t>КУРСОВОЙ ПРОЕКТ</a:t>
            </a:r>
          </a:p>
          <a:p>
            <a:pPr algn="l">
              <a:lnSpc>
                <a:spcPts val="5903"/>
              </a:lnSpc>
            </a:pPr>
            <a:endParaRPr lang="en-US" sz="6944" b="1" spc="-381" dirty="0">
              <a:solidFill>
                <a:srgbClr val="F8F8F8"/>
              </a:solidFill>
              <a:latin typeface="Manrope" pitchFamily="2" charset="0"/>
              <a:ea typeface="Agrandir Bold"/>
              <a:cs typeface="Agrandir Bold"/>
              <a:sym typeface="Agrandir Bold"/>
            </a:endParaRPr>
          </a:p>
          <a:p>
            <a:pPr>
              <a:lnSpc>
                <a:spcPts val="5648"/>
              </a:lnSpc>
            </a:pPr>
            <a:r>
              <a:rPr lang="ru-RU" sz="6644" b="1" strike="noStrike" spc="-365" dirty="0">
                <a:solidFill>
                  <a:srgbClr val="F8F8F8"/>
                </a:solidFill>
                <a:latin typeface="Manrope" pitchFamily="2" charset="0"/>
                <a:ea typeface="Agrandir Bold"/>
                <a:cs typeface="Agrandir Bold"/>
                <a:sym typeface="Agrandir Bold"/>
              </a:rPr>
              <a:t>Разработка</a:t>
            </a:r>
            <a:r>
              <a:rPr lang="en-US" sz="6644" b="1" strike="noStrike" spc="-365" dirty="0">
                <a:solidFill>
                  <a:srgbClr val="F8F8F8"/>
                </a:solidFill>
                <a:latin typeface="Manrope" pitchFamily="2" charset="0"/>
                <a:ea typeface="Agrandir Bold"/>
                <a:cs typeface="Agrandir Bold"/>
                <a:sym typeface="Agrandir Bold"/>
              </a:rPr>
              <a:t> </a:t>
            </a:r>
            <a:r>
              <a:rPr lang="ru-RU" sz="6644" b="1" spc="-365" dirty="0">
                <a:solidFill>
                  <a:srgbClr val="F8F8F8"/>
                </a:solidFill>
                <a:latin typeface="Manrope" pitchFamily="2" charset="0"/>
                <a:ea typeface="Agrandir Bold"/>
                <a:cs typeface="Agrandir Bold"/>
                <a:sym typeface="Agrandir Bold"/>
              </a:rPr>
              <a:t>подсистемы учёта методический мероприятий школы</a:t>
            </a:r>
            <a:endParaRPr lang="en-US" sz="6644" b="1" strike="noStrike" spc="-365" dirty="0">
              <a:solidFill>
                <a:srgbClr val="F8F8F8"/>
              </a:solidFill>
              <a:latin typeface="Manrope" pitchFamily="2" charset="0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981361" y="9825063"/>
            <a:ext cx="2545322" cy="28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76"/>
              </a:lnSpc>
            </a:pPr>
            <a:r>
              <a:rPr lang="en-US" sz="2176" spc="-108">
                <a:solidFill>
                  <a:srgbClr val="E6E6E6"/>
                </a:solidFill>
                <a:latin typeface="Aileron"/>
                <a:ea typeface="Aileron"/>
                <a:cs typeface="Aileron"/>
                <a:sym typeface="Aileron"/>
              </a:rPr>
              <a:t>Архангельск, 2025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59787" y="74050"/>
            <a:ext cx="10103286" cy="2549737"/>
          </a:xfrm>
          <a:prstGeom prst="rect">
            <a:avLst/>
          </a:prstGeom>
        </p:spPr>
        <p:txBody>
          <a:bodyPr wrap="square" lIns="0" tIns="0" rIns="0" bIns="0" numCol="1" rtlCol="0" anchor="ctr">
            <a:spAutoFit/>
          </a:bodyPr>
          <a:lstStyle/>
          <a:p>
            <a:pPr algn="ctr">
              <a:lnSpc>
                <a:spcPts val="2209"/>
              </a:lnSpc>
            </a:pPr>
            <a:r>
              <a:rPr lang="en-US" sz="2400" b="1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>
              <a:lnSpc>
                <a:spcPts val="2209"/>
              </a:lnSpc>
            </a:pPr>
            <a:r>
              <a:rPr lang="en-US" sz="2400" b="1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«САНКТ-ПЕТЕРБУРГСКИЙ ГОСУДАРСТВЕННЫЙ УНИВЕРСИТЕТ ТЕЛЕКОММУНИКАЦИЙ ИМ. ПРОФ. М.А. БОНЧ-БРУЕВИЧА»</a:t>
            </a:r>
          </a:p>
          <a:p>
            <a:pPr algn="ctr">
              <a:lnSpc>
                <a:spcPts val="2209"/>
              </a:lnSpc>
            </a:pPr>
            <a:r>
              <a:rPr lang="en-US" sz="2400" b="1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(СПБГУТ)</a:t>
            </a:r>
          </a:p>
          <a:p>
            <a:pPr algn="ctr">
              <a:lnSpc>
                <a:spcPts val="2209"/>
              </a:lnSpc>
            </a:pPr>
            <a:endParaRPr lang="en-US" sz="2400" b="1" spc="-142" dirty="0">
              <a:solidFill>
                <a:srgbClr val="000000"/>
              </a:solidFill>
              <a:latin typeface="Manrope" pitchFamily="2" charset="0"/>
              <a:ea typeface="Agrandir Italics"/>
              <a:cs typeface="Agrandir Italics"/>
              <a:sym typeface="Agrandir Italics"/>
            </a:endParaRPr>
          </a:p>
          <a:p>
            <a:pPr algn="ctr">
              <a:lnSpc>
                <a:spcPts val="2209"/>
              </a:lnSpc>
            </a:pPr>
            <a:r>
              <a:rPr lang="en-US" sz="2400" b="1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АРХАНГЕЛЬСКИЙ КОЛЛЕДЖ ТЕЛЕКОММУНИКАЦИЙ ИМ. Б.Л. РОЗИНГА</a:t>
            </a:r>
            <a:r>
              <a:rPr lang="en-US" sz="2400" b="1" strike="noStrike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(ФИЛИАЛ) СПБГУТ</a:t>
            </a:r>
          </a:p>
          <a:p>
            <a:pPr algn="ctr">
              <a:lnSpc>
                <a:spcPts val="2209"/>
              </a:lnSpc>
            </a:pPr>
            <a:r>
              <a:rPr lang="en-US" sz="2400" b="1" strike="noStrike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(АКТ (Ф) СПБГУТ)</a:t>
            </a: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CC48FE91-5CE3-C2B0-C058-E46E10F606F1}"/>
              </a:ext>
            </a:extLst>
          </p:cNvPr>
          <p:cNvSpPr/>
          <p:nvPr/>
        </p:nvSpPr>
        <p:spPr>
          <a:xfrm rot="21087448">
            <a:off x="-248294" y="2549948"/>
            <a:ext cx="3722945" cy="504803"/>
          </a:xfrm>
          <a:prstGeom prst="triangle">
            <a:avLst>
              <a:gd name="adj" fmla="val 0"/>
            </a:avLst>
          </a:prstGeom>
          <a:solidFill>
            <a:srgbClr val="F4A5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D7FD443-A80F-506F-2F7D-E8A2D2CBF077}"/>
              </a:ext>
            </a:extLst>
          </p:cNvPr>
          <p:cNvSpPr/>
          <p:nvPr/>
        </p:nvSpPr>
        <p:spPr>
          <a:xfrm rot="10426983">
            <a:off x="14761347" y="2509796"/>
            <a:ext cx="3722945" cy="504803"/>
          </a:xfrm>
          <a:prstGeom prst="triangle">
            <a:avLst>
              <a:gd name="adj" fmla="val 0"/>
            </a:avLst>
          </a:prstGeom>
          <a:solidFill>
            <a:srgbClr val="F4A5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33E93C0-FA97-450A-44CD-31D56E28B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1943100"/>
            <a:ext cx="7511828" cy="7511828"/>
          </a:xfrm>
          <a:prstGeom prst="rect">
            <a:avLst/>
          </a:prstGeom>
          <a:solidFill>
            <a:srgbClr val="EBEBEB"/>
          </a:solidFill>
        </p:spPr>
      </p:pic>
      <p:sp>
        <p:nvSpPr>
          <p:cNvPr id="3" name="TextBox 3"/>
          <p:cNvSpPr txBox="1"/>
          <p:nvPr/>
        </p:nvSpPr>
        <p:spPr>
          <a:xfrm>
            <a:off x="365236" y="2188845"/>
            <a:ext cx="9404129" cy="2954655"/>
          </a:xfrm>
          <a:prstGeom prst="rect">
            <a:avLst/>
          </a:prstGeom>
          <a:solidFill>
            <a:srgbClr val="010E1D">
              <a:alpha val="22000"/>
            </a:srgbClr>
          </a:solidFill>
          <a:effectLst>
            <a:softEdge rad="12700"/>
          </a:effectLst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F8F8F8"/>
                </a:solidFill>
                <a:latin typeface="Manrope Light" pitchFamily="2" charset="0"/>
              </a:rPr>
              <a:t>Необходимость в современном веб-приложении для планирования, анализа и учёта методической работы</a:t>
            </a:r>
            <a:r>
              <a:rPr lang="en-US" sz="4800" dirty="0">
                <a:solidFill>
                  <a:srgbClr val="F8F8F8"/>
                </a:solidFill>
                <a:latin typeface="Manrope Light" pitchFamily="2" charset="0"/>
              </a:rPr>
              <a:t>.</a:t>
            </a:r>
            <a:endParaRPr lang="ru-RU" sz="4800" dirty="0">
              <a:solidFill>
                <a:srgbClr val="F8F8F8"/>
              </a:solidFill>
              <a:latin typeface="Manrope Light" pitchFamily="2" charset="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352537" y="411925"/>
            <a:ext cx="9416828" cy="1371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ru-RU" sz="11500" u="none" strike="noStrike" spc="-300" dirty="0">
                <a:solidFill>
                  <a:srgbClr val="F4A530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Актуальность</a:t>
            </a:r>
            <a:endParaRPr lang="en-US" sz="11500" u="none" strike="noStrike" spc="-300" dirty="0">
              <a:solidFill>
                <a:srgbClr val="F4A530"/>
              </a:solidFill>
              <a:latin typeface="Manrope" pitchFamily="2" charset="0"/>
              <a:ea typeface="Agrandir"/>
              <a:cs typeface="Agrandir"/>
              <a:sym typeface="Agrandi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F846B-8B39-24DD-7054-00B9DEE7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8200" y="411926"/>
            <a:ext cx="1733047" cy="257328"/>
          </a:xfrm>
        </p:spPr>
        <p:txBody>
          <a:bodyPr/>
          <a:lstStyle/>
          <a:p>
            <a:fld id="{B6F15528-21DE-4FAA-801E-634DDDAF4B2B}" type="slidenum">
              <a:rPr lang="en-US" sz="6600" smtClean="0">
                <a:solidFill>
                  <a:srgbClr val="F4A530"/>
                </a:solidFill>
                <a:latin typeface="Manrope ExtraBold" pitchFamily="2" charset="0"/>
              </a:rPr>
              <a:pPr/>
              <a:t>2</a:t>
            </a:fld>
            <a:r>
              <a:rPr lang="en-US" sz="6600" dirty="0">
                <a:solidFill>
                  <a:srgbClr val="F4A530"/>
                </a:solidFill>
                <a:latin typeface="Manrope ExtraBold" pitchFamily="2" charset="0"/>
              </a:rPr>
              <a:t>/</a:t>
            </a:r>
            <a:r>
              <a:rPr lang="ru-RU" sz="6600" dirty="0">
                <a:solidFill>
                  <a:srgbClr val="F4A530"/>
                </a:solidFill>
                <a:latin typeface="Manrope ExtraBold" pitchFamily="2" charset="0"/>
              </a:rPr>
              <a:t>9</a:t>
            </a:r>
            <a:endParaRPr lang="en-US" sz="6600" dirty="0">
              <a:solidFill>
                <a:srgbClr val="F4A530"/>
              </a:solidFill>
              <a:latin typeface="Manrope ExtraBold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E24430E-A25A-C4F4-3EBF-63B97A103760}"/>
                  </a:ext>
                </a:extLst>
              </p14:cNvPr>
              <p14:cNvContentPartPr/>
              <p14:nvPr/>
            </p14:nvContentPartPr>
            <p14:xfrm>
              <a:off x="3281316" y="5323285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E24430E-A25A-C4F4-3EBF-63B97A1037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2316" y="5269645"/>
                <a:ext cx="180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B533FAF-5326-5596-FD6C-1EEF084BFEE1}"/>
              </a:ext>
            </a:extLst>
          </p:cNvPr>
          <p:cNvGrpSpPr/>
          <p:nvPr/>
        </p:nvGrpSpPr>
        <p:grpSpPr>
          <a:xfrm>
            <a:off x="-411878" y="1485901"/>
            <a:ext cx="9753600" cy="7924799"/>
            <a:chOff x="-750012" y="1485901"/>
            <a:chExt cx="9753600" cy="792479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2B27286-7A81-F1E2-7A54-F4E114BDD345}"/>
                </a:ext>
              </a:extLst>
            </p:cNvPr>
            <p:cNvGrpSpPr/>
            <p:nvPr/>
          </p:nvGrpSpPr>
          <p:grpSpPr>
            <a:xfrm>
              <a:off x="830862" y="1856322"/>
              <a:ext cx="6560538" cy="7554378"/>
              <a:chOff x="450762" y="2192948"/>
              <a:chExt cx="5569038" cy="6211627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F68B7A3-0885-AA80-5A01-CBBAEDA86CD6}"/>
                  </a:ext>
                </a:extLst>
              </p:cNvPr>
              <p:cNvSpPr/>
              <p:nvPr/>
            </p:nvSpPr>
            <p:spPr>
              <a:xfrm>
                <a:off x="451843" y="2192948"/>
                <a:ext cx="5567957" cy="5511256"/>
              </a:xfrm>
              <a:prstGeom prst="roundRect">
                <a:avLst>
                  <a:gd name="adj" fmla="val 4167"/>
                </a:avLst>
              </a:prstGeom>
              <a:solidFill>
                <a:srgbClr val="F8F8F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434FCBD-D1CB-DAA8-78C3-F21536C83B72}"/>
                  </a:ext>
                </a:extLst>
              </p:cNvPr>
              <p:cNvSpPr/>
              <p:nvPr/>
            </p:nvSpPr>
            <p:spPr>
              <a:xfrm>
                <a:off x="450762" y="7025543"/>
                <a:ext cx="5567957" cy="1379032"/>
              </a:xfrm>
              <a:prstGeom prst="roundRect">
                <a:avLst/>
              </a:prstGeom>
              <a:solidFill>
                <a:srgbClr val="F4A5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B4F4D2-80AD-BBE5-00B9-5A256FFC39DD}"/>
                  </a:ext>
                </a:extLst>
              </p:cNvPr>
              <p:cNvSpPr/>
              <p:nvPr/>
            </p:nvSpPr>
            <p:spPr>
              <a:xfrm>
                <a:off x="451843" y="6697881"/>
                <a:ext cx="5566876" cy="1007847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9E72F81-737F-D88F-795E-F6128E8D8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750012" y="1485901"/>
              <a:ext cx="9753600" cy="731519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2627A9E-A531-C2B7-21F2-108CFC9FF468}"/>
                </a:ext>
              </a:extLst>
            </p:cNvPr>
            <p:cNvSpPr txBox="1"/>
            <p:nvPr/>
          </p:nvSpPr>
          <p:spPr>
            <a:xfrm>
              <a:off x="847793" y="8648781"/>
              <a:ext cx="6557991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ru-RU" sz="4000" b="1" dirty="0">
                  <a:latin typeface="Manrope" pitchFamily="2" charset="0"/>
                </a:rPr>
                <a:t>Учителя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B2F0658-6A42-34E1-9CAE-65ACD7EEE1BF}"/>
              </a:ext>
            </a:extLst>
          </p:cNvPr>
          <p:cNvGrpSpPr/>
          <p:nvPr/>
        </p:nvGrpSpPr>
        <p:grpSpPr>
          <a:xfrm>
            <a:off x="10432061" y="1856322"/>
            <a:ext cx="6560538" cy="7554378"/>
            <a:chOff x="450762" y="2192948"/>
            <a:chExt cx="5569038" cy="6211627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BFDB9AB-39BD-8F18-EC70-D5F1C0A2E34B}"/>
                </a:ext>
              </a:extLst>
            </p:cNvPr>
            <p:cNvSpPr/>
            <p:nvPr/>
          </p:nvSpPr>
          <p:spPr>
            <a:xfrm>
              <a:off x="451843" y="2192948"/>
              <a:ext cx="5567957" cy="5511256"/>
            </a:xfrm>
            <a:prstGeom prst="roundRect">
              <a:avLst>
                <a:gd name="adj" fmla="val 4167"/>
              </a:avLst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CE9B2C1-660F-D401-405E-5AD1D743B409}"/>
                </a:ext>
              </a:extLst>
            </p:cNvPr>
            <p:cNvSpPr/>
            <p:nvPr/>
          </p:nvSpPr>
          <p:spPr>
            <a:xfrm>
              <a:off x="450762" y="7025543"/>
              <a:ext cx="5567957" cy="1379032"/>
            </a:xfrm>
            <a:prstGeom prst="roundRect">
              <a:avLst/>
            </a:prstGeom>
            <a:solidFill>
              <a:srgbClr val="F4A53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5EE4A25-7356-9B64-0715-62E4BF2970D3}"/>
                </a:ext>
              </a:extLst>
            </p:cNvPr>
            <p:cNvSpPr/>
            <p:nvPr/>
          </p:nvSpPr>
          <p:spPr>
            <a:xfrm>
              <a:off x="451843" y="6697881"/>
              <a:ext cx="5566876" cy="1007847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B1D06138-A3C5-C420-D11B-2776E8DF9D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1033007"/>
            <a:ext cx="8220986" cy="822098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C1095C7-B2EF-8EE2-C3E8-F70BC96429B3}"/>
              </a:ext>
            </a:extLst>
          </p:cNvPr>
          <p:cNvSpPr txBox="1"/>
          <p:nvPr/>
        </p:nvSpPr>
        <p:spPr>
          <a:xfrm>
            <a:off x="10448992" y="8648781"/>
            <a:ext cx="6557991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4000" b="1" dirty="0">
                <a:latin typeface="Manrope" pitchFamily="2" charset="0"/>
              </a:rPr>
              <a:t>Методисты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0A3BEAD-4633-5FA7-7209-07A5BC55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8200" y="411926"/>
            <a:ext cx="1733047" cy="257328"/>
          </a:xfrm>
        </p:spPr>
        <p:txBody>
          <a:bodyPr/>
          <a:lstStyle/>
          <a:p>
            <a:fld id="{B6F15528-21DE-4FAA-801E-634DDDAF4B2B}" type="slidenum">
              <a:rPr lang="en-US" sz="6600" smtClean="0">
                <a:solidFill>
                  <a:srgbClr val="F4A530"/>
                </a:solidFill>
                <a:latin typeface="Manrope ExtraBold" pitchFamily="2" charset="0"/>
              </a:rPr>
              <a:pPr/>
              <a:t>3</a:t>
            </a:fld>
            <a:r>
              <a:rPr lang="en-US" sz="6600" dirty="0">
                <a:solidFill>
                  <a:srgbClr val="F4A530"/>
                </a:solidFill>
                <a:latin typeface="Manrope ExtraBold" pitchFamily="2" charset="0"/>
              </a:rPr>
              <a:t>/</a:t>
            </a:r>
            <a:r>
              <a:rPr lang="ru-RU" sz="6600" dirty="0">
                <a:solidFill>
                  <a:srgbClr val="F4A530"/>
                </a:solidFill>
                <a:latin typeface="Manrope ExtraBold" pitchFamily="2" charset="0"/>
              </a:rPr>
              <a:t>9</a:t>
            </a:r>
            <a:endParaRPr lang="en-US" sz="6600" dirty="0">
              <a:solidFill>
                <a:srgbClr val="F4A530"/>
              </a:solidFill>
              <a:latin typeface="Manrope ExtraBold" pitchFamily="2" charset="0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BA15C49C-DD8F-5890-9844-DA9A45B2FED8}"/>
              </a:ext>
            </a:extLst>
          </p:cNvPr>
          <p:cNvSpPr txBox="1"/>
          <p:nvPr/>
        </p:nvSpPr>
        <p:spPr>
          <a:xfrm>
            <a:off x="352536" y="411925"/>
            <a:ext cx="14201664" cy="1360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ru-RU" sz="11500" spc="-300" dirty="0">
                <a:solidFill>
                  <a:srgbClr val="F4A530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Целевая аудитория</a:t>
            </a:r>
            <a:endParaRPr lang="en-US" sz="11500" u="none" strike="noStrike" spc="-300" dirty="0">
              <a:solidFill>
                <a:srgbClr val="F4A530"/>
              </a:solidFill>
              <a:latin typeface="Manrope" pitchFamily="2" charset="0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EF800-5193-DE35-193B-00B89568B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33B0BEB-94DB-3BF7-758B-53D2B703B744}"/>
              </a:ext>
            </a:extLst>
          </p:cNvPr>
          <p:cNvSpPr txBox="1"/>
          <p:nvPr/>
        </p:nvSpPr>
        <p:spPr>
          <a:xfrm>
            <a:off x="365236" y="2188845"/>
            <a:ext cx="9404129" cy="5170646"/>
          </a:xfrm>
          <a:prstGeom prst="rect">
            <a:avLst/>
          </a:prstGeom>
          <a:solidFill>
            <a:srgbClr val="010E1D">
              <a:alpha val="21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Manrope Light" pitchFamily="2" charset="0"/>
              </a:rPr>
              <a:t>Разработать многопользовательское веб-приложение для планирования, учёта и анализа методической работы в средних общеобразовательных учреждениях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627253-A117-53A2-5884-05873E03D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96200" y="-381000"/>
            <a:ext cx="11049000" cy="1104900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53E4949C-DCE9-1CE4-4B6C-B1DEFB9CFD64}"/>
              </a:ext>
            </a:extLst>
          </p:cNvPr>
          <p:cNvSpPr txBox="1"/>
          <p:nvPr/>
        </p:nvSpPr>
        <p:spPr>
          <a:xfrm>
            <a:off x="352537" y="411925"/>
            <a:ext cx="9416828" cy="1371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ru-RU" sz="11500" u="none" strike="noStrike" spc="-300" dirty="0">
                <a:solidFill>
                  <a:srgbClr val="F4A530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Цель</a:t>
            </a:r>
            <a:endParaRPr lang="en-US" sz="11500" u="none" strike="noStrike" spc="-300" dirty="0">
              <a:solidFill>
                <a:srgbClr val="F4A530"/>
              </a:solidFill>
              <a:latin typeface="Manrope" pitchFamily="2" charset="0"/>
              <a:ea typeface="Agrandir"/>
              <a:cs typeface="Agrandir"/>
              <a:sym typeface="Agrandir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2B0EFF4-A9DC-B3A3-3AE7-4674D9E61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8200" y="411926"/>
            <a:ext cx="1733047" cy="257328"/>
          </a:xfrm>
        </p:spPr>
        <p:txBody>
          <a:bodyPr/>
          <a:lstStyle/>
          <a:p>
            <a:fld id="{B6F15528-21DE-4FAA-801E-634DDDAF4B2B}" type="slidenum">
              <a:rPr lang="en-US" sz="6600" smtClean="0">
                <a:solidFill>
                  <a:srgbClr val="F4A530"/>
                </a:solidFill>
                <a:latin typeface="Manrope ExtraBold" pitchFamily="2" charset="0"/>
              </a:rPr>
              <a:pPr/>
              <a:t>4</a:t>
            </a:fld>
            <a:r>
              <a:rPr lang="en-US" sz="6600" dirty="0">
                <a:solidFill>
                  <a:srgbClr val="F4A530"/>
                </a:solidFill>
                <a:latin typeface="Manrope ExtraBold" pitchFamily="2" charset="0"/>
              </a:rPr>
              <a:t>/</a:t>
            </a:r>
            <a:r>
              <a:rPr lang="ru-RU" sz="6600" dirty="0">
                <a:solidFill>
                  <a:srgbClr val="F4A530"/>
                </a:solidFill>
                <a:latin typeface="Manrope ExtraBold" pitchFamily="2" charset="0"/>
              </a:rPr>
              <a:t>9</a:t>
            </a:r>
            <a:endParaRPr lang="en-US" sz="6600" dirty="0">
              <a:solidFill>
                <a:srgbClr val="F4A530"/>
              </a:solidFill>
              <a:latin typeface="Manrope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43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528868"/>
            <a:ext cx="9186627" cy="3393562"/>
            <a:chOff x="0" y="0"/>
            <a:chExt cx="2157459" cy="7969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7459" cy="796971"/>
            </a:xfrm>
            <a:custGeom>
              <a:avLst/>
              <a:gdLst/>
              <a:ahLst/>
              <a:cxnLst/>
              <a:rect l="l" t="t" r="r" b="b"/>
              <a:pathLst>
                <a:path w="2157459" h="796971">
                  <a:moveTo>
                    <a:pt x="0" y="0"/>
                  </a:moveTo>
                  <a:lnTo>
                    <a:pt x="2157459" y="0"/>
                  </a:lnTo>
                  <a:lnTo>
                    <a:pt x="2157459" y="796971"/>
                  </a:lnTo>
                  <a:lnTo>
                    <a:pt x="0" y="796971"/>
                  </a:lnTo>
                  <a:close/>
                </a:path>
              </a:pathLst>
            </a:custGeom>
            <a:gradFill rotWithShape="1">
              <a:gsLst>
                <a:gs pos="0">
                  <a:srgbClr val="23688F">
                    <a:alpha val="100000"/>
                  </a:srgbClr>
                </a:gs>
                <a:gs pos="100000">
                  <a:srgbClr val="0F5EA6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2157459" cy="76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6893438"/>
            <a:ext cx="9186627" cy="3393562"/>
            <a:chOff x="0" y="0"/>
            <a:chExt cx="2157459" cy="7969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7459" cy="796971"/>
            </a:xfrm>
            <a:custGeom>
              <a:avLst/>
              <a:gdLst/>
              <a:ahLst/>
              <a:cxnLst/>
              <a:rect l="l" t="t" r="r" b="b"/>
              <a:pathLst>
                <a:path w="2157459" h="796971">
                  <a:moveTo>
                    <a:pt x="0" y="0"/>
                  </a:moveTo>
                  <a:lnTo>
                    <a:pt x="2157459" y="0"/>
                  </a:lnTo>
                  <a:lnTo>
                    <a:pt x="2157459" y="796971"/>
                  </a:lnTo>
                  <a:lnTo>
                    <a:pt x="0" y="796971"/>
                  </a:lnTo>
                  <a:close/>
                </a:path>
              </a:pathLst>
            </a:custGeom>
            <a:solidFill>
              <a:srgbClr val="3946BE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2157459" cy="76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01373" y="3528868"/>
            <a:ext cx="9186627" cy="3393562"/>
            <a:chOff x="0" y="0"/>
            <a:chExt cx="2157459" cy="7969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57459" cy="796971"/>
            </a:xfrm>
            <a:custGeom>
              <a:avLst/>
              <a:gdLst/>
              <a:ahLst/>
              <a:cxnLst/>
              <a:rect l="l" t="t" r="r" b="b"/>
              <a:pathLst>
                <a:path w="2157459" h="796971">
                  <a:moveTo>
                    <a:pt x="0" y="0"/>
                  </a:moveTo>
                  <a:lnTo>
                    <a:pt x="2157459" y="0"/>
                  </a:lnTo>
                  <a:lnTo>
                    <a:pt x="2157459" y="796971"/>
                  </a:lnTo>
                  <a:lnTo>
                    <a:pt x="0" y="796971"/>
                  </a:lnTo>
                  <a:close/>
                </a:path>
              </a:pathLst>
            </a:custGeom>
            <a:solidFill>
              <a:srgbClr val="3946BE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2157459" cy="76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01373" y="6893438"/>
            <a:ext cx="9186627" cy="3393562"/>
            <a:chOff x="0" y="0"/>
            <a:chExt cx="2157459" cy="7969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57459" cy="796971"/>
            </a:xfrm>
            <a:custGeom>
              <a:avLst/>
              <a:gdLst/>
              <a:ahLst/>
              <a:cxnLst/>
              <a:rect l="l" t="t" r="r" b="b"/>
              <a:pathLst>
                <a:path w="2157459" h="796971">
                  <a:moveTo>
                    <a:pt x="0" y="0"/>
                  </a:moveTo>
                  <a:lnTo>
                    <a:pt x="2157459" y="0"/>
                  </a:lnTo>
                  <a:lnTo>
                    <a:pt x="2157459" y="796971"/>
                  </a:lnTo>
                  <a:lnTo>
                    <a:pt x="0" y="796971"/>
                  </a:lnTo>
                  <a:close/>
                </a:path>
              </a:pathLst>
            </a:custGeom>
            <a:gradFill rotWithShape="1">
              <a:gsLst>
                <a:gs pos="0">
                  <a:srgbClr val="23688F">
                    <a:alpha val="100000"/>
                  </a:srgbClr>
                </a:gs>
                <a:gs pos="100000">
                  <a:srgbClr val="0F5EA6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ru-R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2157459" cy="768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67596" y="4126393"/>
            <a:ext cx="586158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F8F8F8"/>
                </a:solidFill>
                <a:latin typeface="Manrope Light" pitchFamily="2" charset="0"/>
              </a:rPr>
              <a:t>Выполнить сбор и анализ требований к системе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67596" y="7965169"/>
            <a:ext cx="6097889" cy="147732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ru-RU" sz="4800" u="none" strike="noStrike" spc="72" dirty="0">
                <a:solidFill>
                  <a:srgbClr val="EBEBEB"/>
                </a:solidFill>
                <a:latin typeface="Manrope Light" pitchFamily="2" charset="0"/>
                <a:ea typeface="Aileron"/>
                <a:cs typeface="Aileron"/>
                <a:sym typeface="Aileron"/>
              </a:rPr>
              <a:t>Разработать веб-приложение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44217" y="4281203"/>
            <a:ext cx="593247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rgbClr val="F8F8F8"/>
                </a:solidFill>
                <a:latin typeface="Manrope Light" pitchFamily="2" charset="0"/>
              </a:rPr>
              <a:t>Спроектировать и разработать</a:t>
            </a:r>
          </a:p>
          <a:p>
            <a:r>
              <a:rPr lang="ru-RU" sz="4800" dirty="0">
                <a:solidFill>
                  <a:srgbClr val="F8F8F8"/>
                </a:solidFill>
                <a:latin typeface="Manrope Light" pitchFamily="2" charset="0"/>
              </a:rPr>
              <a:t>базу данных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58801" y="7253124"/>
            <a:ext cx="6256829" cy="295465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0" indent="0">
              <a:spcBef>
                <a:spcPct val="0"/>
              </a:spcBef>
            </a:pPr>
            <a:r>
              <a:rPr lang="ru-RU" sz="4800" spc="-150" dirty="0">
                <a:solidFill>
                  <a:srgbClr val="EBEBEB"/>
                </a:solidFill>
                <a:latin typeface="Manrope Light" pitchFamily="2" charset="0"/>
                <a:ea typeface="Aileron"/>
                <a:cs typeface="Aileron"/>
                <a:sym typeface="Aileron"/>
              </a:rPr>
              <a:t>Выполнить тестирование и отладку программного обеспечения</a:t>
            </a:r>
            <a:endParaRPr lang="en-US" sz="4800" u="none" strike="noStrike" spc="-150" dirty="0">
              <a:solidFill>
                <a:srgbClr val="EBEBEB"/>
              </a:solidFill>
              <a:latin typeface="Manrope Light" pitchFamily="2" charset="0"/>
              <a:ea typeface="Aileron"/>
              <a:cs typeface="Aileron"/>
              <a:sym typeface="Aileron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52537" y="4552294"/>
            <a:ext cx="2523710" cy="137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en-US" sz="11831" spc="-650" dirty="0">
                <a:solidFill>
                  <a:srgbClr val="EBEBEB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2537" y="7829235"/>
            <a:ext cx="2523710" cy="137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en-US" sz="11831" spc="-650" dirty="0">
                <a:solidFill>
                  <a:srgbClr val="EBEBEB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17296" y="4552294"/>
            <a:ext cx="2523710" cy="137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en-US" sz="11831" spc="-650" dirty="0">
                <a:solidFill>
                  <a:srgbClr val="EBEBEB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17296" y="7829235"/>
            <a:ext cx="2523710" cy="1371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en-US" sz="11831" spc="-650" dirty="0">
                <a:solidFill>
                  <a:srgbClr val="EBEBEB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04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1BB193B0-A75E-A7D2-64BD-61DC644F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8200" y="411926"/>
            <a:ext cx="1733047" cy="257328"/>
          </a:xfrm>
        </p:spPr>
        <p:txBody>
          <a:bodyPr/>
          <a:lstStyle/>
          <a:p>
            <a:fld id="{B6F15528-21DE-4FAA-801E-634DDDAF4B2B}" type="slidenum">
              <a:rPr lang="en-US" sz="6600" smtClean="0">
                <a:solidFill>
                  <a:srgbClr val="F4A530"/>
                </a:solidFill>
                <a:latin typeface="Manrope ExtraBold" pitchFamily="2" charset="0"/>
              </a:rPr>
              <a:pPr/>
              <a:t>5</a:t>
            </a:fld>
            <a:r>
              <a:rPr lang="en-US" sz="6600" dirty="0">
                <a:solidFill>
                  <a:srgbClr val="F4A530"/>
                </a:solidFill>
                <a:latin typeface="Manrope ExtraBold" pitchFamily="2" charset="0"/>
              </a:rPr>
              <a:t>/</a:t>
            </a:r>
            <a:r>
              <a:rPr lang="ru-RU" sz="6600" dirty="0">
                <a:solidFill>
                  <a:srgbClr val="F4A530"/>
                </a:solidFill>
                <a:latin typeface="Manrope ExtraBold" pitchFamily="2" charset="0"/>
              </a:rPr>
              <a:t>9</a:t>
            </a:r>
            <a:endParaRPr lang="en-US" sz="6600" dirty="0">
              <a:solidFill>
                <a:srgbClr val="F4A530"/>
              </a:solidFill>
              <a:latin typeface="Manrope ExtraBold" pitchFamily="2" charset="0"/>
            </a:endParaRPr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E9E43427-698D-CBB7-5043-6A000514C847}"/>
              </a:ext>
            </a:extLst>
          </p:cNvPr>
          <p:cNvSpPr txBox="1"/>
          <p:nvPr/>
        </p:nvSpPr>
        <p:spPr>
          <a:xfrm>
            <a:off x="352537" y="411925"/>
            <a:ext cx="9416828" cy="1371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ru-RU" sz="11500" u="none" strike="noStrike" spc="-300" dirty="0">
                <a:solidFill>
                  <a:srgbClr val="F4A530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Задачи</a:t>
            </a:r>
            <a:endParaRPr lang="en-US" sz="11500" u="none" strike="noStrike" spc="-300" dirty="0">
              <a:solidFill>
                <a:srgbClr val="F4A530"/>
              </a:solidFill>
              <a:latin typeface="Manrope" pitchFamily="2" charset="0"/>
              <a:ea typeface="Agrandir"/>
              <a:cs typeface="Agrandir"/>
              <a:sym typeface="Agrandi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3528868"/>
            <a:ext cx="18288000" cy="3883223"/>
            <a:chOff x="0" y="0"/>
            <a:chExt cx="4294897" cy="911966"/>
          </a:xfrm>
          <a:solidFill>
            <a:srgbClr val="010E1D">
              <a:alpha val="22000"/>
            </a:srgb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4294897" cy="911966"/>
            </a:xfrm>
            <a:custGeom>
              <a:avLst/>
              <a:gdLst/>
              <a:ahLst/>
              <a:cxnLst/>
              <a:rect l="l" t="t" r="r" b="b"/>
              <a:pathLst>
                <a:path w="4294897" h="911966">
                  <a:moveTo>
                    <a:pt x="0" y="0"/>
                  </a:moveTo>
                  <a:lnTo>
                    <a:pt x="4294897" y="0"/>
                  </a:lnTo>
                  <a:lnTo>
                    <a:pt x="4294897" y="911966"/>
                  </a:lnTo>
                  <a:lnTo>
                    <a:pt x="0" y="9119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4294897" cy="883391"/>
            </a:xfrm>
            <a:prstGeom prst="rect">
              <a:avLst/>
            </a:prstGeom>
            <a:grpFill/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91575" y="6042679"/>
            <a:ext cx="2260992" cy="33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  <a:spcBef>
                <a:spcPct val="0"/>
              </a:spcBef>
            </a:pPr>
            <a:r>
              <a:rPr lang="ru-RU" sz="2000" b="1" u="none" strike="noStrike" dirty="0">
                <a:solidFill>
                  <a:srgbClr val="EBEBEB"/>
                </a:solidFill>
                <a:latin typeface="Manrope" pitchFamily="2" charset="0"/>
                <a:ea typeface="Aileron Bold"/>
                <a:cs typeface="Aileron Bold"/>
                <a:sym typeface="Aileron Bold"/>
              </a:rPr>
              <a:t>СУБД</a:t>
            </a:r>
            <a:endParaRPr lang="en-US" sz="2000" b="1" u="none" strike="noStrike" dirty="0">
              <a:solidFill>
                <a:srgbClr val="EBEBEB"/>
              </a:solidFill>
              <a:latin typeface="Manrope" pitchFamily="2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818437" y="6029178"/>
            <a:ext cx="2954089" cy="33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  <a:spcBef>
                <a:spcPct val="0"/>
              </a:spcBef>
            </a:pPr>
            <a:r>
              <a:rPr lang="en-US" sz="2113" b="1" u="none" strike="noStrike" dirty="0">
                <a:solidFill>
                  <a:srgbClr val="EBEBEB"/>
                </a:solidFill>
                <a:latin typeface="Manrope" pitchFamily="2" charset="0"/>
                <a:ea typeface="Aileron Bold"/>
                <a:cs typeface="Aileron Bold"/>
                <a:sym typeface="Aileron Bold"/>
              </a:rPr>
              <a:t>IDE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1602" y="6029178"/>
            <a:ext cx="2325715" cy="33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  <a:spcBef>
                <a:spcPct val="0"/>
              </a:spcBef>
            </a:pPr>
            <a:r>
              <a:rPr lang="en-US" sz="2113" b="1" dirty="0">
                <a:solidFill>
                  <a:srgbClr val="EBEBEB"/>
                </a:solidFill>
                <a:latin typeface="Manrope" pitchFamily="2" charset="0"/>
                <a:ea typeface="Aileron Bold"/>
                <a:cs typeface="Aileron Bold"/>
                <a:sym typeface="Aileron Bold"/>
              </a:rPr>
              <a:t>API</a:t>
            </a:r>
            <a:endParaRPr lang="en-US" sz="2113" b="1" u="none" strike="noStrike" dirty="0">
              <a:solidFill>
                <a:srgbClr val="EBEBEB"/>
              </a:solidFill>
              <a:latin typeface="Manrope" pitchFamily="2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770435" y="6076848"/>
            <a:ext cx="2437102" cy="331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  <a:spcBef>
                <a:spcPct val="0"/>
              </a:spcBef>
            </a:pPr>
            <a:r>
              <a:rPr lang="en-US" sz="2113" b="1" u="none" strike="noStrike" dirty="0">
                <a:solidFill>
                  <a:srgbClr val="EBEBEB"/>
                </a:solidFill>
                <a:latin typeface="Manrope" pitchFamily="2" charset="0"/>
                <a:ea typeface="Aileron Bold"/>
                <a:cs typeface="Aileron Bold"/>
                <a:sym typeface="Aileron Bold"/>
              </a:rPr>
              <a:t>Fron</a:t>
            </a:r>
            <a:r>
              <a:rPr lang="en-US" sz="2113" b="1" dirty="0">
                <a:solidFill>
                  <a:srgbClr val="EBEBEB"/>
                </a:solidFill>
                <a:latin typeface="Manrope" pitchFamily="2" charset="0"/>
                <a:ea typeface="Aileron Bold"/>
                <a:cs typeface="Aileron Bold"/>
                <a:sym typeface="Aileron Bold"/>
              </a:rPr>
              <a:t>t-End</a:t>
            </a:r>
            <a:endParaRPr lang="en-US" sz="2113" b="1" u="none" strike="noStrike" dirty="0">
              <a:solidFill>
                <a:srgbClr val="EBEBEB"/>
              </a:solidFill>
              <a:latin typeface="Manrope" pitchFamily="2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152311" y="4146747"/>
            <a:ext cx="0" cy="247102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20" name="AutoShape 20"/>
          <p:cNvSpPr/>
          <p:nvPr/>
        </p:nvSpPr>
        <p:spPr>
          <a:xfrm>
            <a:off x="7438652" y="4146747"/>
            <a:ext cx="0" cy="247102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21" name="AutoShape 21"/>
          <p:cNvSpPr/>
          <p:nvPr/>
        </p:nvSpPr>
        <p:spPr>
          <a:xfrm>
            <a:off x="11138876" y="4146747"/>
            <a:ext cx="0" cy="247102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62F29CC-023B-2638-171C-F0A4CD23B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64" y="4079161"/>
            <a:ext cx="2307284" cy="18727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E6C157D-7DF1-415C-B7A3-83DC464303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59109" y="4059968"/>
            <a:ext cx="1872745" cy="18727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32240A0-8746-7EC0-77E4-7450D6FE6D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2392" y="4072668"/>
            <a:ext cx="1872745" cy="18727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CC2FCED-C86D-21DB-1F9F-FC871C5974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52615" y="4000500"/>
            <a:ext cx="1872745" cy="18727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D2F0E0A-807D-0206-867D-B61E13E5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8200" y="411926"/>
            <a:ext cx="1733047" cy="257328"/>
          </a:xfrm>
        </p:spPr>
        <p:txBody>
          <a:bodyPr/>
          <a:lstStyle/>
          <a:p>
            <a:fld id="{B6F15528-21DE-4FAA-801E-634DDDAF4B2B}" type="slidenum">
              <a:rPr lang="en-US" sz="6600" smtClean="0">
                <a:solidFill>
                  <a:srgbClr val="F4A530"/>
                </a:solidFill>
                <a:latin typeface="Manrope ExtraBold" pitchFamily="2" charset="0"/>
              </a:rPr>
              <a:pPr/>
              <a:t>6</a:t>
            </a:fld>
            <a:r>
              <a:rPr lang="en-US" sz="6600" dirty="0">
                <a:solidFill>
                  <a:srgbClr val="F4A530"/>
                </a:solidFill>
                <a:latin typeface="Manrope ExtraBold" pitchFamily="2" charset="0"/>
              </a:rPr>
              <a:t>/</a:t>
            </a:r>
            <a:r>
              <a:rPr lang="ru-RU" sz="6600" dirty="0">
                <a:solidFill>
                  <a:srgbClr val="F4A530"/>
                </a:solidFill>
                <a:latin typeface="Manrope ExtraBold" pitchFamily="2" charset="0"/>
              </a:rPr>
              <a:t>9</a:t>
            </a:r>
            <a:endParaRPr lang="en-US" sz="6600" dirty="0">
              <a:solidFill>
                <a:srgbClr val="F4A530"/>
              </a:solidFill>
              <a:latin typeface="Manrope ExtraBold" pitchFamily="2" charset="0"/>
            </a:endParaRP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414754F-CCE7-5F34-9A3D-FBB25F491968}"/>
              </a:ext>
            </a:extLst>
          </p:cNvPr>
          <p:cNvSpPr txBox="1"/>
          <p:nvPr/>
        </p:nvSpPr>
        <p:spPr>
          <a:xfrm>
            <a:off x="352536" y="411925"/>
            <a:ext cx="14811263" cy="1360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ru-RU" sz="11500" u="none" strike="noStrike" spc="-300" dirty="0">
                <a:solidFill>
                  <a:srgbClr val="F4A530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Средства разработки</a:t>
            </a:r>
            <a:endParaRPr lang="en-US" sz="11500" u="none" strike="noStrike" spc="-300" dirty="0">
              <a:solidFill>
                <a:srgbClr val="F4A530"/>
              </a:solidFill>
              <a:latin typeface="Manrope" pitchFamily="2" charset="0"/>
              <a:ea typeface="Agrandir"/>
              <a:cs typeface="Agrandir"/>
              <a:sym typeface="Agrandir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E283EA43-12D2-D8FF-5372-3031B816DAD2}"/>
              </a:ext>
            </a:extLst>
          </p:cNvPr>
          <p:cNvSpPr txBox="1"/>
          <p:nvPr/>
        </p:nvSpPr>
        <p:spPr>
          <a:xfrm>
            <a:off x="15426549" y="6068989"/>
            <a:ext cx="2437102" cy="331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747"/>
              </a:lnSpc>
              <a:spcBef>
                <a:spcPct val="0"/>
              </a:spcBef>
            </a:pPr>
            <a:r>
              <a:rPr lang="ru-RU" sz="2113" b="1" u="none" strike="noStrike" dirty="0">
                <a:solidFill>
                  <a:srgbClr val="EBEBEB"/>
                </a:solidFill>
                <a:latin typeface="Manrope" pitchFamily="2" charset="0"/>
                <a:ea typeface="Aileron Bold"/>
                <a:cs typeface="Aileron Bold"/>
                <a:sym typeface="Aileron Bold"/>
              </a:rPr>
              <a:t>Контейнеризация</a:t>
            </a:r>
            <a:endParaRPr lang="en-US" sz="2113" b="1" u="none" strike="noStrike" dirty="0">
              <a:solidFill>
                <a:srgbClr val="EBEBEB"/>
              </a:solidFill>
              <a:latin typeface="Manrope" pitchFamily="2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9" name="AutoShape 21">
            <a:extLst>
              <a:ext uri="{FF2B5EF4-FFF2-40B4-BE49-F238E27FC236}">
                <a16:creationId xmlns:a16="http://schemas.microsoft.com/office/drawing/2014/main" id="{7045309D-1CF0-6E1F-98EC-81E6A7BC4A2C}"/>
              </a:ext>
            </a:extLst>
          </p:cNvPr>
          <p:cNvSpPr/>
          <p:nvPr/>
        </p:nvSpPr>
        <p:spPr>
          <a:xfrm>
            <a:off x="14794990" y="4138888"/>
            <a:ext cx="0" cy="247102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A7A8A4-8419-F42C-3DB3-E21F250F9D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708729" y="3992641"/>
            <a:ext cx="1872745" cy="187274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3FE9B-CA0D-6119-6FD9-1721D39A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4096704-2257-7082-42D4-9D69B8342DF0}"/>
                  </a:ext>
                </a:extLst>
              </p14:cNvPr>
              <p14:cNvContentPartPr/>
              <p14:nvPr/>
            </p14:nvContentPartPr>
            <p14:xfrm>
              <a:off x="3281316" y="5323285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4096704-2257-7082-42D4-9D69B8342D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2316" y="5269285"/>
                <a:ext cx="18000" cy="10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4298F464-624F-AA22-9FF6-AA7391F7C3C1}"/>
              </a:ext>
            </a:extLst>
          </p:cNvPr>
          <p:cNvGrpSpPr/>
          <p:nvPr/>
        </p:nvGrpSpPr>
        <p:grpSpPr>
          <a:xfrm>
            <a:off x="1168996" y="1856322"/>
            <a:ext cx="15747404" cy="7554378"/>
            <a:chOff x="1168996" y="1856322"/>
            <a:chExt cx="6574922" cy="755437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8645C82-AF71-A7FB-4FB4-BAB31FE40B93}"/>
                </a:ext>
              </a:extLst>
            </p:cNvPr>
            <p:cNvGrpSpPr/>
            <p:nvPr/>
          </p:nvGrpSpPr>
          <p:grpSpPr>
            <a:xfrm>
              <a:off x="1168996" y="1856322"/>
              <a:ext cx="6560538" cy="7554378"/>
              <a:chOff x="450762" y="2192948"/>
              <a:chExt cx="5569038" cy="6211627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3A79CD8-64C0-D708-5053-1B6298A41251}"/>
                  </a:ext>
                </a:extLst>
              </p:cNvPr>
              <p:cNvSpPr/>
              <p:nvPr/>
            </p:nvSpPr>
            <p:spPr>
              <a:xfrm>
                <a:off x="451843" y="2192948"/>
                <a:ext cx="5567957" cy="5511256"/>
              </a:xfrm>
              <a:prstGeom prst="roundRect">
                <a:avLst>
                  <a:gd name="adj" fmla="val 4167"/>
                </a:avLst>
              </a:prstGeom>
              <a:solidFill>
                <a:srgbClr val="F8F8F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D03957E-F007-E7B6-8451-AC42E207F78D}"/>
                  </a:ext>
                </a:extLst>
              </p:cNvPr>
              <p:cNvSpPr/>
              <p:nvPr/>
            </p:nvSpPr>
            <p:spPr>
              <a:xfrm>
                <a:off x="450762" y="7025543"/>
                <a:ext cx="5567957" cy="1379032"/>
              </a:xfrm>
              <a:prstGeom prst="roundRect">
                <a:avLst/>
              </a:prstGeom>
              <a:solidFill>
                <a:srgbClr val="F4A5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4B0C86F-0DD8-0575-47AF-66A3DEACACEB}"/>
                  </a:ext>
                </a:extLst>
              </p:cNvPr>
              <p:cNvSpPr/>
              <p:nvPr/>
            </p:nvSpPr>
            <p:spPr>
              <a:xfrm>
                <a:off x="451843" y="6697881"/>
                <a:ext cx="5566876" cy="1007847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A330C01-CE3D-FC29-808D-C4B1DF8CCB26}"/>
                </a:ext>
              </a:extLst>
            </p:cNvPr>
            <p:cNvSpPr txBox="1"/>
            <p:nvPr/>
          </p:nvSpPr>
          <p:spPr>
            <a:xfrm>
              <a:off x="1185927" y="8648781"/>
              <a:ext cx="6557991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ru-RU" sz="4000" b="1" dirty="0">
                <a:latin typeface="Manrope" pitchFamily="2" charset="0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8896B11-1946-9AAF-E17B-45FD352F99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4298" y="1913890"/>
            <a:ext cx="14179403" cy="6459220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F6E414B-D030-94D7-74FA-637BBD322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8200" y="411926"/>
            <a:ext cx="1733047" cy="257328"/>
          </a:xfrm>
        </p:spPr>
        <p:txBody>
          <a:bodyPr/>
          <a:lstStyle/>
          <a:p>
            <a:fld id="{B6F15528-21DE-4FAA-801E-634DDDAF4B2B}" type="slidenum">
              <a:rPr lang="en-US" sz="6600" smtClean="0">
                <a:solidFill>
                  <a:srgbClr val="F4A530"/>
                </a:solidFill>
                <a:latin typeface="Manrope ExtraBold" pitchFamily="2" charset="0"/>
              </a:rPr>
              <a:pPr/>
              <a:t>7</a:t>
            </a:fld>
            <a:r>
              <a:rPr lang="en-US" sz="6600" dirty="0">
                <a:solidFill>
                  <a:srgbClr val="F4A530"/>
                </a:solidFill>
                <a:latin typeface="Manrope ExtraBold" pitchFamily="2" charset="0"/>
              </a:rPr>
              <a:t>/</a:t>
            </a:r>
            <a:r>
              <a:rPr lang="ru-RU" sz="6600" dirty="0">
                <a:solidFill>
                  <a:srgbClr val="F4A530"/>
                </a:solidFill>
                <a:latin typeface="Manrope ExtraBold" pitchFamily="2" charset="0"/>
              </a:rPr>
              <a:t>9</a:t>
            </a:r>
            <a:endParaRPr lang="en-US" sz="6600" dirty="0">
              <a:solidFill>
                <a:srgbClr val="F4A530"/>
              </a:solidFill>
              <a:latin typeface="Manrope ExtraBold" pitchFamily="2" charset="0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03B8908C-1D63-CB1F-D33C-10CA0CE53489}"/>
              </a:ext>
            </a:extLst>
          </p:cNvPr>
          <p:cNvSpPr txBox="1"/>
          <p:nvPr/>
        </p:nvSpPr>
        <p:spPr>
          <a:xfrm>
            <a:off x="609600" y="366163"/>
            <a:ext cx="14886742" cy="13600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ru-RU" sz="11500" u="none" strike="noStrike" spc="-300" dirty="0">
                <a:solidFill>
                  <a:srgbClr val="F4A530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Архитектура системы</a:t>
            </a:r>
            <a:endParaRPr lang="en-US" sz="11500" u="none" strike="noStrike" spc="-300" dirty="0">
              <a:solidFill>
                <a:srgbClr val="F4A530"/>
              </a:solidFill>
              <a:latin typeface="Manrope" pitchFamily="2" charset="0"/>
              <a:ea typeface="Agrandir"/>
              <a:cs typeface="Agrandir"/>
              <a:sym typeface="Agrandir"/>
            </a:endParaRPr>
          </a:p>
        </p:txBody>
      </p:sp>
    </p:spTree>
    <p:extLst>
      <p:ext uri="{BB962C8B-B14F-4D97-AF65-F5344CB8AC3E}">
        <p14:creationId xmlns:p14="http://schemas.microsoft.com/office/powerpoint/2010/main" val="60655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1D8E-F442-E8F1-CE8E-B4B7BDCA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091FE48-C077-97F4-37CA-F7F0D8E2B062}"/>
              </a:ext>
            </a:extLst>
          </p:cNvPr>
          <p:cNvSpPr txBox="1"/>
          <p:nvPr/>
        </p:nvSpPr>
        <p:spPr>
          <a:xfrm>
            <a:off x="680436" y="515155"/>
            <a:ext cx="14559564" cy="2655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ru-RU" sz="11500" spc="-650" dirty="0">
                <a:solidFill>
                  <a:srgbClr val="F4A530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Преимущества разрабатываемого ПО</a:t>
            </a:r>
            <a:endParaRPr lang="en-US" sz="11500" u="none" strike="noStrike" spc="-650" dirty="0">
              <a:solidFill>
                <a:srgbClr val="F4A530"/>
              </a:solidFill>
              <a:latin typeface="Manrope" pitchFamily="2" charset="0"/>
              <a:ea typeface="Agrandir"/>
              <a:cs typeface="Agrandir"/>
              <a:sym typeface="Agrandir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B7E4362-6A78-2DFE-27D1-50B406F528B0}"/>
              </a:ext>
            </a:extLst>
          </p:cNvPr>
          <p:cNvGrpSpPr/>
          <p:nvPr/>
        </p:nvGrpSpPr>
        <p:grpSpPr>
          <a:xfrm>
            <a:off x="0" y="3528868"/>
            <a:ext cx="18288000" cy="3883223"/>
            <a:chOff x="0" y="0"/>
            <a:chExt cx="4294897" cy="911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F191D51-7504-554A-2089-2AC53D75BAB7}"/>
                </a:ext>
              </a:extLst>
            </p:cNvPr>
            <p:cNvSpPr/>
            <p:nvPr/>
          </p:nvSpPr>
          <p:spPr>
            <a:xfrm>
              <a:off x="0" y="0"/>
              <a:ext cx="4294897" cy="911966"/>
            </a:xfrm>
            <a:custGeom>
              <a:avLst/>
              <a:gdLst/>
              <a:ahLst/>
              <a:cxnLst/>
              <a:rect l="l" t="t" r="r" b="b"/>
              <a:pathLst>
                <a:path w="4294897" h="911966">
                  <a:moveTo>
                    <a:pt x="0" y="0"/>
                  </a:moveTo>
                  <a:lnTo>
                    <a:pt x="4294897" y="0"/>
                  </a:lnTo>
                  <a:lnTo>
                    <a:pt x="4294897" y="911966"/>
                  </a:lnTo>
                  <a:lnTo>
                    <a:pt x="0" y="911966"/>
                  </a:lnTo>
                  <a:close/>
                </a:path>
              </a:pathLst>
            </a:custGeom>
            <a:gradFill rotWithShape="1">
              <a:gsLst>
                <a:gs pos="0">
                  <a:srgbClr val="23688F">
                    <a:alpha val="100000"/>
                  </a:srgbClr>
                </a:gs>
                <a:gs pos="100000">
                  <a:srgbClr val="0F5EA6">
                    <a:alpha val="10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ru-RU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D52ACED-D222-538B-3F4A-76AF6F31AC8C}"/>
                </a:ext>
              </a:extLst>
            </p:cNvPr>
            <p:cNvSpPr txBox="1"/>
            <p:nvPr/>
          </p:nvSpPr>
          <p:spPr>
            <a:xfrm>
              <a:off x="0" y="28575"/>
              <a:ext cx="4294897" cy="8833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31A759A-916F-B5AF-ED9A-60EDE2934106}"/>
              </a:ext>
            </a:extLst>
          </p:cNvPr>
          <p:cNvGrpSpPr/>
          <p:nvPr/>
        </p:nvGrpSpPr>
        <p:grpSpPr>
          <a:xfrm>
            <a:off x="0" y="7303038"/>
            <a:ext cx="18288000" cy="2983962"/>
            <a:chOff x="0" y="0"/>
            <a:chExt cx="4294897" cy="700777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D1D642B-551D-F664-2C21-7B2350DC63C8}"/>
                </a:ext>
              </a:extLst>
            </p:cNvPr>
            <p:cNvSpPr/>
            <p:nvPr/>
          </p:nvSpPr>
          <p:spPr>
            <a:xfrm>
              <a:off x="0" y="0"/>
              <a:ext cx="4294897" cy="700777"/>
            </a:xfrm>
            <a:custGeom>
              <a:avLst/>
              <a:gdLst/>
              <a:ahLst/>
              <a:cxnLst/>
              <a:rect l="l" t="t" r="r" b="b"/>
              <a:pathLst>
                <a:path w="4294897" h="700777">
                  <a:moveTo>
                    <a:pt x="0" y="0"/>
                  </a:moveTo>
                  <a:lnTo>
                    <a:pt x="4294897" y="0"/>
                  </a:lnTo>
                  <a:lnTo>
                    <a:pt x="4294897" y="700777"/>
                  </a:lnTo>
                  <a:lnTo>
                    <a:pt x="0" y="700777"/>
                  </a:lnTo>
                  <a:close/>
                </a:path>
              </a:pathLst>
            </a:custGeom>
            <a:solidFill>
              <a:srgbClr val="3946BE"/>
            </a:solidFill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C3990AF-06D8-D762-8B5A-C5D2EC903216}"/>
                </a:ext>
              </a:extLst>
            </p:cNvPr>
            <p:cNvSpPr txBox="1"/>
            <p:nvPr/>
          </p:nvSpPr>
          <p:spPr>
            <a:xfrm>
              <a:off x="0" y="28575"/>
              <a:ext cx="4294897" cy="672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00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F6E48C5B-22AB-DB67-C6F1-26FFB7B90990}"/>
              </a:ext>
            </a:extLst>
          </p:cNvPr>
          <p:cNvSpPr txBox="1"/>
          <p:nvPr/>
        </p:nvSpPr>
        <p:spPr>
          <a:xfrm>
            <a:off x="1676339" y="6117397"/>
            <a:ext cx="2260992" cy="34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7"/>
              </a:lnSpc>
              <a:spcBef>
                <a:spcPct val="0"/>
              </a:spcBef>
            </a:pPr>
            <a:r>
              <a:rPr lang="en-US" sz="2113" b="1" u="none" strike="noStrike" dirty="0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GEN Z (18-26)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5FAC4AB-8E34-7D48-5F92-CDF5796698FF}"/>
              </a:ext>
            </a:extLst>
          </p:cNvPr>
          <p:cNvSpPr txBox="1"/>
          <p:nvPr/>
        </p:nvSpPr>
        <p:spPr>
          <a:xfrm>
            <a:off x="1676339" y="4517044"/>
            <a:ext cx="2573169" cy="1175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774"/>
              </a:lnSpc>
              <a:spcBef>
                <a:spcPct val="0"/>
              </a:spcBef>
            </a:pPr>
            <a:r>
              <a:rPr lang="en-US" sz="7970" spc="-438">
                <a:solidFill>
                  <a:srgbClr val="EBEBEB"/>
                </a:solidFill>
                <a:latin typeface="Agrandir"/>
                <a:ea typeface="Agrandir"/>
                <a:cs typeface="Agrandir"/>
                <a:sym typeface="Agrandir"/>
              </a:rPr>
              <a:t>10</a:t>
            </a:r>
            <a:r>
              <a:rPr lang="en-US" sz="7970" u="none" strike="noStrike" spc="-438">
                <a:solidFill>
                  <a:srgbClr val="EBEBEB"/>
                </a:solidFill>
                <a:latin typeface="Agrandir"/>
                <a:ea typeface="Agrandir"/>
                <a:cs typeface="Agrandir"/>
                <a:sym typeface="Agrandir"/>
              </a:rPr>
              <a:t>%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BFD6C30-02DB-7F4A-8BE4-642DDDE853D9}"/>
              </a:ext>
            </a:extLst>
          </p:cNvPr>
          <p:cNvSpPr txBox="1"/>
          <p:nvPr/>
        </p:nvSpPr>
        <p:spPr>
          <a:xfrm>
            <a:off x="5197008" y="6117397"/>
            <a:ext cx="2954089" cy="34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7"/>
              </a:lnSpc>
              <a:spcBef>
                <a:spcPct val="0"/>
              </a:spcBef>
            </a:pPr>
            <a:r>
              <a:rPr lang="en-US" sz="2113" b="1" u="none" strike="noStrike" dirty="0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MILLENNIALS (27-42)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9644B0A-D462-D216-718A-B9C2252D88D1}"/>
              </a:ext>
            </a:extLst>
          </p:cNvPr>
          <p:cNvSpPr txBox="1"/>
          <p:nvPr/>
        </p:nvSpPr>
        <p:spPr>
          <a:xfrm>
            <a:off x="5197008" y="4517044"/>
            <a:ext cx="2730243" cy="117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774"/>
              </a:lnSpc>
              <a:spcBef>
                <a:spcPct val="0"/>
              </a:spcBef>
            </a:pPr>
            <a:r>
              <a:rPr lang="en-US" sz="7970" spc="-438">
                <a:solidFill>
                  <a:srgbClr val="EBEBEB"/>
                </a:solidFill>
                <a:latin typeface="Agrandir"/>
                <a:ea typeface="Agrandir"/>
                <a:cs typeface="Agrandir"/>
                <a:sym typeface="Agrandir"/>
              </a:rPr>
              <a:t>30</a:t>
            </a:r>
            <a:r>
              <a:rPr lang="en-US" sz="7970" u="none" strike="noStrike" spc="-438">
                <a:solidFill>
                  <a:srgbClr val="EBEBEB"/>
                </a:solidFill>
                <a:latin typeface="Agrandir"/>
                <a:ea typeface="Agrandir"/>
                <a:cs typeface="Agrandir"/>
                <a:sym typeface="Agrandir"/>
              </a:rPr>
              <a:t>%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87F5B95-B836-1409-C3EA-54ED0D5664B9}"/>
              </a:ext>
            </a:extLst>
          </p:cNvPr>
          <p:cNvSpPr txBox="1"/>
          <p:nvPr/>
        </p:nvSpPr>
        <p:spPr>
          <a:xfrm>
            <a:off x="9413151" y="6117397"/>
            <a:ext cx="2325715" cy="34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7"/>
              </a:lnSpc>
              <a:spcBef>
                <a:spcPct val="0"/>
              </a:spcBef>
            </a:pPr>
            <a:r>
              <a:rPr lang="en-US" sz="2113" b="1" u="none" strike="noStrike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GEN X (43-58)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259A3B2-0C9C-0A99-9A4F-152EC083A5C4}"/>
              </a:ext>
            </a:extLst>
          </p:cNvPr>
          <p:cNvSpPr txBox="1"/>
          <p:nvPr/>
        </p:nvSpPr>
        <p:spPr>
          <a:xfrm>
            <a:off x="9413151" y="4519612"/>
            <a:ext cx="2615935" cy="117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774"/>
              </a:lnSpc>
              <a:spcBef>
                <a:spcPct val="0"/>
              </a:spcBef>
            </a:pPr>
            <a:r>
              <a:rPr lang="en-US" sz="7970" spc="-438">
                <a:solidFill>
                  <a:srgbClr val="EBEBEB"/>
                </a:solidFill>
                <a:latin typeface="Agrandir"/>
                <a:ea typeface="Agrandir"/>
                <a:cs typeface="Agrandir"/>
                <a:sym typeface="Agrandir"/>
              </a:rPr>
              <a:t>40</a:t>
            </a:r>
            <a:r>
              <a:rPr lang="en-US" sz="7970" u="none" strike="noStrike" spc="-438">
                <a:solidFill>
                  <a:srgbClr val="EBEBEB"/>
                </a:solidFill>
                <a:latin typeface="Agrandir"/>
                <a:ea typeface="Agrandir"/>
                <a:cs typeface="Agrandir"/>
                <a:sym typeface="Agrandir"/>
              </a:rPr>
              <a:t>%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092A7BE-3F9E-5C5B-E1CF-270D7131AB7A}"/>
              </a:ext>
            </a:extLst>
          </p:cNvPr>
          <p:cNvSpPr txBox="1"/>
          <p:nvPr/>
        </p:nvSpPr>
        <p:spPr>
          <a:xfrm>
            <a:off x="13001984" y="6117397"/>
            <a:ext cx="3968946" cy="344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47"/>
              </a:lnSpc>
              <a:spcBef>
                <a:spcPct val="0"/>
              </a:spcBef>
            </a:pPr>
            <a:r>
              <a:rPr lang="en-US" sz="2113" b="1" u="none" strike="noStrike">
                <a:solidFill>
                  <a:srgbClr val="EBEBEB"/>
                </a:solidFill>
                <a:latin typeface="Aileron Bold"/>
                <a:ea typeface="Aileron Bold"/>
                <a:cs typeface="Aileron Bold"/>
                <a:sym typeface="Aileron Bold"/>
              </a:rPr>
              <a:t>BABY BOOMERS (59-78+)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23473B0-6646-EA37-6113-ECB2B750EB51}"/>
              </a:ext>
            </a:extLst>
          </p:cNvPr>
          <p:cNvSpPr txBox="1"/>
          <p:nvPr/>
        </p:nvSpPr>
        <p:spPr>
          <a:xfrm>
            <a:off x="13001984" y="4519612"/>
            <a:ext cx="2689533" cy="1173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774"/>
              </a:lnSpc>
              <a:spcBef>
                <a:spcPct val="0"/>
              </a:spcBef>
            </a:pPr>
            <a:r>
              <a:rPr lang="en-US" sz="7970" spc="-438">
                <a:solidFill>
                  <a:srgbClr val="EBEBEB"/>
                </a:solidFill>
                <a:latin typeface="Agrandir"/>
                <a:ea typeface="Agrandir"/>
                <a:cs typeface="Agrandir"/>
                <a:sym typeface="Agrandir"/>
              </a:rPr>
              <a:t>50</a:t>
            </a:r>
            <a:r>
              <a:rPr lang="en-US" sz="7970" u="none" strike="noStrike" spc="-438">
                <a:solidFill>
                  <a:srgbClr val="EBEBEB"/>
                </a:solidFill>
                <a:latin typeface="Agrandir"/>
                <a:ea typeface="Agrandir"/>
                <a:cs typeface="Agrandir"/>
                <a:sym typeface="Agrandir"/>
              </a:rPr>
              <a:t>%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E874B4D-9900-8576-8B94-70784E2DAE5E}"/>
              </a:ext>
            </a:extLst>
          </p:cNvPr>
          <p:cNvSpPr txBox="1"/>
          <p:nvPr/>
        </p:nvSpPr>
        <p:spPr>
          <a:xfrm>
            <a:off x="3784116" y="8141580"/>
            <a:ext cx="10719768" cy="38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r>
              <a:rPr lang="ru-RU" sz="2200" u="none" strike="noStrike" spc="72" dirty="0">
                <a:solidFill>
                  <a:srgbClr val="EBEBEB"/>
                </a:solidFill>
                <a:latin typeface="Aileron"/>
                <a:ea typeface="Aileron"/>
                <a:cs typeface="Aileron"/>
                <a:sym typeface="Aileron"/>
              </a:rPr>
              <a:t>Немного текста</a:t>
            </a:r>
            <a:endParaRPr lang="en-US" sz="2200" u="none" strike="noStrike" spc="72" dirty="0">
              <a:solidFill>
                <a:srgbClr val="EBEBEB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64A4488D-FFF2-C88B-21A2-ABC8360F31FE}"/>
              </a:ext>
            </a:extLst>
          </p:cNvPr>
          <p:cNvSpPr/>
          <p:nvPr/>
        </p:nvSpPr>
        <p:spPr>
          <a:xfrm>
            <a:off x="4383860" y="4234966"/>
            <a:ext cx="0" cy="247102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20" name="AutoShape 20">
            <a:extLst>
              <a:ext uri="{FF2B5EF4-FFF2-40B4-BE49-F238E27FC236}">
                <a16:creationId xmlns:a16="http://schemas.microsoft.com/office/drawing/2014/main" id="{58A7A3AB-C1AD-6D3B-D274-91963EC4BDE5}"/>
              </a:ext>
            </a:extLst>
          </p:cNvPr>
          <p:cNvSpPr/>
          <p:nvPr/>
        </p:nvSpPr>
        <p:spPr>
          <a:xfrm>
            <a:off x="8670201" y="4234966"/>
            <a:ext cx="0" cy="247102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E0D5D986-50B8-1D14-9110-620F793C857C}"/>
              </a:ext>
            </a:extLst>
          </p:cNvPr>
          <p:cNvSpPr/>
          <p:nvPr/>
        </p:nvSpPr>
        <p:spPr>
          <a:xfrm>
            <a:off x="12370425" y="4234966"/>
            <a:ext cx="0" cy="247102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F93CC5DB-39AA-7C9B-581B-B68E9203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8200" y="411926"/>
            <a:ext cx="1733047" cy="257328"/>
          </a:xfrm>
        </p:spPr>
        <p:txBody>
          <a:bodyPr/>
          <a:lstStyle/>
          <a:p>
            <a:fld id="{B6F15528-21DE-4FAA-801E-634DDDAF4B2B}" type="slidenum">
              <a:rPr lang="en-US" sz="6600" smtClean="0">
                <a:solidFill>
                  <a:srgbClr val="F4A530"/>
                </a:solidFill>
                <a:latin typeface="Manrope ExtraBold" pitchFamily="2" charset="0"/>
              </a:rPr>
              <a:pPr/>
              <a:t>8</a:t>
            </a:fld>
            <a:r>
              <a:rPr lang="en-US" sz="6600" dirty="0">
                <a:solidFill>
                  <a:srgbClr val="F4A530"/>
                </a:solidFill>
                <a:latin typeface="Manrope ExtraBold" pitchFamily="2" charset="0"/>
              </a:rPr>
              <a:t>/</a:t>
            </a:r>
            <a:r>
              <a:rPr lang="ru-RU" sz="6600" dirty="0">
                <a:solidFill>
                  <a:srgbClr val="F4A530"/>
                </a:solidFill>
                <a:latin typeface="Manrope ExtraBold" pitchFamily="2" charset="0"/>
              </a:rPr>
              <a:t>9</a:t>
            </a:r>
            <a:endParaRPr lang="en-US" sz="6600" dirty="0">
              <a:solidFill>
                <a:srgbClr val="F4A530"/>
              </a:solidFill>
              <a:latin typeface="Manrope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58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2537" y="493393"/>
            <a:ext cx="8968529" cy="1377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056"/>
              </a:lnSpc>
              <a:spcBef>
                <a:spcPct val="0"/>
              </a:spcBef>
            </a:pPr>
            <a:r>
              <a:rPr lang="ru-RU" sz="11500" spc="-650" dirty="0">
                <a:solidFill>
                  <a:srgbClr val="F4A530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Заключение</a:t>
            </a:r>
            <a:r>
              <a:rPr lang="en-US" sz="11500" u="none" strike="noStrike" spc="-650" dirty="0">
                <a:solidFill>
                  <a:srgbClr val="1524A7"/>
                </a:solidFill>
                <a:latin typeface="Manrope" pitchFamily="2" charset="0"/>
                <a:ea typeface="Agrandir"/>
                <a:cs typeface="Agrandir"/>
                <a:sym typeface="Agrandir"/>
              </a:rPr>
              <a:t>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00D9CCB-ACD5-1CFD-74A0-DF779570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78200" y="411926"/>
            <a:ext cx="1733047" cy="257328"/>
          </a:xfrm>
        </p:spPr>
        <p:txBody>
          <a:bodyPr/>
          <a:lstStyle/>
          <a:p>
            <a:fld id="{B6F15528-21DE-4FAA-801E-634DDDAF4B2B}" type="slidenum">
              <a:rPr lang="en-US" sz="6600" smtClean="0">
                <a:solidFill>
                  <a:srgbClr val="F4A530"/>
                </a:solidFill>
                <a:latin typeface="Manrope ExtraBold" pitchFamily="2" charset="0"/>
              </a:rPr>
              <a:pPr/>
              <a:t>9</a:t>
            </a:fld>
            <a:r>
              <a:rPr lang="en-US" sz="6600" dirty="0">
                <a:solidFill>
                  <a:srgbClr val="F4A530"/>
                </a:solidFill>
                <a:latin typeface="Manrope ExtraBold" pitchFamily="2" charset="0"/>
              </a:rPr>
              <a:t>/</a:t>
            </a:r>
            <a:r>
              <a:rPr lang="ru-RU" sz="6600" dirty="0">
                <a:solidFill>
                  <a:srgbClr val="F4A530"/>
                </a:solidFill>
                <a:latin typeface="Manrope ExtraBold" pitchFamily="2" charset="0"/>
              </a:rPr>
              <a:t>9</a:t>
            </a:r>
            <a:endParaRPr lang="en-US" sz="6600" dirty="0">
              <a:solidFill>
                <a:srgbClr val="F4A530"/>
              </a:solidFill>
              <a:latin typeface="Manrope ExtraBold" pitchFamily="2" charset="0"/>
            </a:endParaRPr>
          </a:p>
        </p:txBody>
      </p:sp>
      <p:pic>
        <p:nvPicPr>
          <p:cNvPr id="10" name="Picture 9" descr="A cat with a white background&#10;&#10;AI-generated content may be incorrect.">
            <a:extLst>
              <a:ext uri="{FF2B5EF4-FFF2-40B4-BE49-F238E27FC236}">
                <a16:creationId xmlns:a16="http://schemas.microsoft.com/office/drawing/2014/main" id="{3DCBCBA1-4E56-527D-18AE-A9A389A2A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266700"/>
            <a:ext cx="10125000" cy="10287000"/>
          </a:xfrm>
          <a:prstGeom prst="rect">
            <a:avLst/>
          </a:prstGeom>
        </p:spPr>
      </p:pic>
      <p:sp>
        <p:nvSpPr>
          <p:cNvPr id="11" name="TextBox 3">
            <a:extLst>
              <a:ext uri="{FF2B5EF4-FFF2-40B4-BE49-F238E27FC236}">
                <a16:creationId xmlns:a16="http://schemas.microsoft.com/office/drawing/2014/main" id="{4B088FF8-AB1A-9641-D161-3EECAC2E7037}"/>
              </a:ext>
            </a:extLst>
          </p:cNvPr>
          <p:cNvSpPr txBox="1"/>
          <p:nvPr/>
        </p:nvSpPr>
        <p:spPr>
          <a:xfrm>
            <a:off x="365236" y="2188845"/>
            <a:ext cx="9235964" cy="1477328"/>
          </a:xfrm>
          <a:prstGeom prst="rect">
            <a:avLst/>
          </a:prstGeom>
          <a:solidFill>
            <a:srgbClr val="010E1D">
              <a:alpha val="21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Manrope Light" pitchFamily="2" charset="0"/>
              </a:rPr>
              <a:t>Поставленные цели и задачи выполненыв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14:pan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A82D8-E24D-142C-F772-F083316C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20544AD-5EB3-9A11-D216-2076F732B610}"/>
              </a:ext>
            </a:extLst>
          </p:cNvPr>
          <p:cNvSpPr/>
          <p:nvPr/>
        </p:nvSpPr>
        <p:spPr>
          <a:xfrm>
            <a:off x="8837350" y="7658100"/>
            <a:ext cx="259449" cy="1295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6B2A382-447E-6135-862A-CCC64025C2DA}"/>
              </a:ext>
            </a:extLst>
          </p:cNvPr>
          <p:cNvSpPr/>
          <p:nvPr/>
        </p:nvSpPr>
        <p:spPr>
          <a:xfrm>
            <a:off x="653948" y="7658100"/>
            <a:ext cx="259449" cy="1295400"/>
          </a:xfrm>
          <a:prstGeom prst="roundRect">
            <a:avLst/>
          </a:prstGeom>
          <a:solidFill>
            <a:srgbClr val="F4A5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9E95DD-22BC-222C-367C-41B14CE8CBAA}"/>
              </a:ext>
            </a:extLst>
          </p:cNvPr>
          <p:cNvSpPr/>
          <p:nvPr/>
        </p:nvSpPr>
        <p:spPr>
          <a:xfrm>
            <a:off x="768251" y="7658100"/>
            <a:ext cx="8147149" cy="129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52100165-68E2-74D8-5BBF-7E77F2C7E1D0}"/>
              </a:ext>
            </a:extLst>
          </p:cNvPr>
          <p:cNvGrpSpPr/>
          <p:nvPr/>
        </p:nvGrpSpPr>
        <p:grpSpPr>
          <a:xfrm>
            <a:off x="0" y="1082371"/>
            <a:ext cx="18288000" cy="1742292"/>
            <a:chOff x="0" y="-28575"/>
            <a:chExt cx="4816593" cy="571615"/>
          </a:xfrm>
          <a:solidFill>
            <a:srgbClr val="F4A530"/>
          </a:solidFill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F4EDD15-2343-7359-73FA-FB6831CE377B}"/>
                </a:ext>
              </a:extLst>
            </p:cNvPr>
            <p:cNvSpPr/>
            <p:nvPr/>
          </p:nvSpPr>
          <p:spPr>
            <a:xfrm>
              <a:off x="0" y="0"/>
              <a:ext cx="4816592" cy="543040"/>
            </a:xfrm>
            <a:custGeom>
              <a:avLst/>
              <a:gdLst/>
              <a:ahLst/>
              <a:cxnLst/>
              <a:rect l="l" t="t" r="r" b="b"/>
              <a:pathLst>
                <a:path w="4816592" h="543040">
                  <a:moveTo>
                    <a:pt x="7197" y="0"/>
                  </a:moveTo>
                  <a:lnTo>
                    <a:pt x="4809396" y="0"/>
                  </a:lnTo>
                  <a:cubicBezTo>
                    <a:pt x="4811304" y="0"/>
                    <a:pt x="4813135" y="758"/>
                    <a:pt x="4814484" y="2108"/>
                  </a:cubicBezTo>
                  <a:cubicBezTo>
                    <a:pt x="4815834" y="3457"/>
                    <a:pt x="4816592" y="5288"/>
                    <a:pt x="4816592" y="7197"/>
                  </a:cubicBezTo>
                  <a:lnTo>
                    <a:pt x="4816592" y="535844"/>
                  </a:lnTo>
                  <a:cubicBezTo>
                    <a:pt x="4816592" y="539818"/>
                    <a:pt x="4813371" y="543040"/>
                    <a:pt x="4809396" y="543040"/>
                  </a:cubicBezTo>
                  <a:lnTo>
                    <a:pt x="7197" y="543040"/>
                  </a:lnTo>
                  <a:cubicBezTo>
                    <a:pt x="3222" y="543040"/>
                    <a:pt x="0" y="539818"/>
                    <a:pt x="0" y="535844"/>
                  </a:cubicBezTo>
                  <a:lnTo>
                    <a:pt x="0" y="7197"/>
                  </a:lnTo>
                  <a:cubicBezTo>
                    <a:pt x="0" y="3222"/>
                    <a:pt x="3222" y="0"/>
                    <a:pt x="7197" y="0"/>
                  </a:cubicBezTo>
                  <a:close/>
                </a:path>
              </a:pathLst>
            </a:custGeom>
            <a:grpFill/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E8A2A0A-1F5F-51AE-4BEB-64BD06683EC8}"/>
                </a:ext>
              </a:extLst>
            </p:cNvPr>
            <p:cNvSpPr txBox="1"/>
            <p:nvPr/>
          </p:nvSpPr>
          <p:spPr>
            <a:xfrm>
              <a:off x="0" y="-28575"/>
              <a:ext cx="4816593" cy="5716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7"/>
                </a:lnSpc>
              </a:pPr>
              <a:endParaRPr/>
            </a:p>
          </p:txBody>
        </p:sp>
      </p:grpSp>
      <p:sp>
        <p:nvSpPr>
          <p:cNvPr id="25" name="Freeform 10">
            <a:extLst>
              <a:ext uri="{FF2B5EF4-FFF2-40B4-BE49-F238E27FC236}">
                <a16:creationId xmlns:a16="http://schemas.microsoft.com/office/drawing/2014/main" id="{F998DD59-D99B-94D8-046C-2749D6F8A4CA}"/>
              </a:ext>
            </a:extLst>
          </p:cNvPr>
          <p:cNvSpPr/>
          <p:nvPr/>
        </p:nvSpPr>
        <p:spPr>
          <a:xfrm>
            <a:off x="-4" y="-126825"/>
            <a:ext cx="18288000" cy="2801926"/>
          </a:xfrm>
          <a:custGeom>
            <a:avLst/>
            <a:gdLst/>
            <a:ahLst/>
            <a:cxnLst/>
            <a:rect l="l" t="t" r="r" b="b"/>
            <a:pathLst>
              <a:path w="4816592" h="543040">
                <a:moveTo>
                  <a:pt x="7197" y="0"/>
                </a:moveTo>
                <a:lnTo>
                  <a:pt x="4809396" y="0"/>
                </a:lnTo>
                <a:cubicBezTo>
                  <a:pt x="4811304" y="0"/>
                  <a:pt x="4813135" y="758"/>
                  <a:pt x="4814484" y="2108"/>
                </a:cubicBezTo>
                <a:cubicBezTo>
                  <a:pt x="4815834" y="3457"/>
                  <a:pt x="4816592" y="5288"/>
                  <a:pt x="4816592" y="7197"/>
                </a:cubicBezTo>
                <a:lnTo>
                  <a:pt x="4816592" y="535844"/>
                </a:lnTo>
                <a:cubicBezTo>
                  <a:pt x="4816592" y="539818"/>
                  <a:pt x="4813371" y="543040"/>
                  <a:pt x="4809396" y="543040"/>
                </a:cubicBezTo>
                <a:lnTo>
                  <a:pt x="7197" y="543040"/>
                </a:lnTo>
                <a:cubicBezTo>
                  <a:pt x="3222" y="543040"/>
                  <a:pt x="0" y="539818"/>
                  <a:pt x="0" y="535844"/>
                </a:cubicBezTo>
                <a:lnTo>
                  <a:pt x="0" y="7197"/>
                </a:lnTo>
                <a:cubicBezTo>
                  <a:pt x="0" y="3222"/>
                  <a:pt x="3222" y="0"/>
                  <a:pt x="7197" y="0"/>
                </a:cubicBezTo>
                <a:close/>
              </a:path>
            </a:pathLst>
          </a:custGeom>
          <a:solidFill>
            <a:srgbClr val="EBEBEB"/>
          </a:solidFill>
          <a:ln cap="sq">
            <a:noFill/>
            <a:prstDash val="solid"/>
            <a:miter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54286BA-AA8E-3B83-2EB5-EFEFC1FAC596}"/>
              </a:ext>
            </a:extLst>
          </p:cNvPr>
          <p:cNvSpPr txBox="1"/>
          <p:nvPr/>
        </p:nvSpPr>
        <p:spPr>
          <a:xfrm>
            <a:off x="785473" y="6784628"/>
            <a:ext cx="8358527" cy="2994538"/>
          </a:xfrm>
          <a:prstGeom prst="rect">
            <a:avLst/>
          </a:prstGeom>
          <a:ln>
            <a:noFill/>
          </a:ln>
        </p:spPr>
        <p:txBody>
          <a:bodyPr lIns="50800" tIns="50800" rIns="50800" bIns="50800" rtlCol="0" anchor="ctr"/>
          <a:lstStyle/>
          <a:p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Студент группы </a:t>
            </a:r>
            <a:r>
              <a:rPr lang="en-US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ИСПП-35:</a:t>
            </a: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Горелкин Андрей Вячеславович</a:t>
            </a:r>
            <a:endParaRPr lang="en-US" sz="2400" dirty="0">
              <a:latin typeface="Manrope ExtraLight" pitchFamily="2" charset="0"/>
              <a:ea typeface="Aileron Bold"/>
              <a:cs typeface="Aileron Bold"/>
              <a:sym typeface="Aileron Bold"/>
            </a:endParaRPr>
          </a:p>
          <a:p>
            <a:pPr marL="0" lvl="0" indent="0">
              <a:spcBef>
                <a:spcPct val="0"/>
              </a:spcBef>
            </a:pP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Руководитель</a:t>
            </a:r>
            <a:r>
              <a:rPr lang="en-US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: М</a:t>
            </a: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аломан</a:t>
            </a:r>
            <a:r>
              <a:rPr lang="en-US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 Ю</a:t>
            </a: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лия</a:t>
            </a:r>
            <a:r>
              <a:rPr lang="en-US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 </a:t>
            </a:r>
            <a:r>
              <a:rPr lang="ru-RU" sz="2400" dirty="0">
                <a:latin typeface="Manrope ExtraLight" pitchFamily="2" charset="0"/>
                <a:ea typeface="Aileron Bold"/>
                <a:cs typeface="Aileron Bold"/>
                <a:sym typeface="Aileron Bold"/>
              </a:rPr>
              <a:t>Сергеевна</a:t>
            </a:r>
            <a:endParaRPr lang="en-US" sz="2400" dirty="0">
              <a:latin typeface="Manrope ExtraLight" pitchFamily="2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043BD34-4C5E-D7AA-24EF-875E36F8BB62}"/>
              </a:ext>
            </a:extLst>
          </p:cNvPr>
          <p:cNvSpPr txBox="1"/>
          <p:nvPr/>
        </p:nvSpPr>
        <p:spPr>
          <a:xfrm>
            <a:off x="652905" y="3732956"/>
            <a:ext cx="16717051" cy="299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03"/>
              </a:lnSpc>
            </a:pPr>
            <a:r>
              <a:rPr lang="en-US" sz="6944" b="1" spc="-381" dirty="0">
                <a:solidFill>
                  <a:srgbClr val="F8F8F8"/>
                </a:solidFill>
                <a:latin typeface="Manrope" pitchFamily="2" charset="0"/>
                <a:ea typeface="Agrandir Bold"/>
                <a:cs typeface="Agrandir Bold"/>
                <a:sym typeface="Agrandir Bold"/>
              </a:rPr>
              <a:t>КУРСОВОЙ ПРОЕКТ</a:t>
            </a:r>
          </a:p>
          <a:p>
            <a:pPr algn="l">
              <a:lnSpc>
                <a:spcPts val="5903"/>
              </a:lnSpc>
            </a:pPr>
            <a:endParaRPr lang="en-US" sz="6944" b="1" spc="-381" dirty="0">
              <a:solidFill>
                <a:srgbClr val="F8F8F8"/>
              </a:solidFill>
              <a:latin typeface="Manrope" pitchFamily="2" charset="0"/>
              <a:ea typeface="Agrandir Bold"/>
              <a:cs typeface="Agrandir Bold"/>
              <a:sym typeface="Agrandir Bold"/>
            </a:endParaRPr>
          </a:p>
          <a:p>
            <a:pPr>
              <a:lnSpc>
                <a:spcPts val="5648"/>
              </a:lnSpc>
            </a:pPr>
            <a:r>
              <a:rPr lang="ru-RU" sz="6644" b="1" strike="noStrike" spc="-365" dirty="0">
                <a:solidFill>
                  <a:srgbClr val="F8F8F8"/>
                </a:solidFill>
                <a:latin typeface="Manrope" pitchFamily="2" charset="0"/>
                <a:ea typeface="Agrandir Bold"/>
                <a:cs typeface="Agrandir Bold"/>
                <a:sym typeface="Agrandir Bold"/>
              </a:rPr>
              <a:t>Разработка</a:t>
            </a:r>
            <a:r>
              <a:rPr lang="en-US" sz="6644" b="1" strike="noStrike" spc="-365" dirty="0">
                <a:solidFill>
                  <a:srgbClr val="F8F8F8"/>
                </a:solidFill>
                <a:latin typeface="Manrope" pitchFamily="2" charset="0"/>
                <a:ea typeface="Agrandir Bold"/>
                <a:cs typeface="Agrandir Bold"/>
                <a:sym typeface="Agrandir Bold"/>
              </a:rPr>
              <a:t> </a:t>
            </a:r>
            <a:r>
              <a:rPr lang="ru-RU" sz="6644" b="1" spc="-365" dirty="0">
                <a:solidFill>
                  <a:srgbClr val="F8F8F8"/>
                </a:solidFill>
                <a:latin typeface="Manrope" pitchFamily="2" charset="0"/>
                <a:ea typeface="Agrandir Bold"/>
                <a:cs typeface="Agrandir Bold"/>
                <a:sym typeface="Agrandir Bold"/>
              </a:rPr>
              <a:t>подсистемы учёта методический мероприятий школы</a:t>
            </a:r>
            <a:endParaRPr lang="en-US" sz="6644" b="1" strike="noStrike" spc="-365" dirty="0">
              <a:solidFill>
                <a:srgbClr val="F8F8F8"/>
              </a:solidFill>
              <a:latin typeface="Manrope" pitchFamily="2" charset="0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6A576BF-67CF-71B1-54E9-100CE2570E54}"/>
              </a:ext>
            </a:extLst>
          </p:cNvPr>
          <p:cNvSpPr txBox="1"/>
          <p:nvPr/>
        </p:nvSpPr>
        <p:spPr>
          <a:xfrm>
            <a:off x="7981361" y="9825063"/>
            <a:ext cx="2545322" cy="28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176"/>
              </a:lnSpc>
            </a:pPr>
            <a:r>
              <a:rPr lang="en-US" sz="2176" spc="-108">
                <a:solidFill>
                  <a:srgbClr val="E6E6E6"/>
                </a:solidFill>
                <a:latin typeface="Aileron"/>
                <a:ea typeface="Aileron"/>
                <a:cs typeface="Aileron"/>
                <a:sym typeface="Aileron"/>
              </a:rPr>
              <a:t>Архангельск, 2025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4945CC1-A782-9277-3D66-3955343C3A11}"/>
              </a:ext>
            </a:extLst>
          </p:cNvPr>
          <p:cNvSpPr txBox="1"/>
          <p:nvPr/>
        </p:nvSpPr>
        <p:spPr>
          <a:xfrm>
            <a:off x="3959787" y="74050"/>
            <a:ext cx="10103286" cy="2549737"/>
          </a:xfrm>
          <a:prstGeom prst="rect">
            <a:avLst/>
          </a:prstGeom>
        </p:spPr>
        <p:txBody>
          <a:bodyPr wrap="square" lIns="0" tIns="0" rIns="0" bIns="0" numCol="1" rtlCol="0" anchor="ctr">
            <a:spAutoFit/>
          </a:bodyPr>
          <a:lstStyle/>
          <a:p>
            <a:pPr algn="ctr">
              <a:lnSpc>
                <a:spcPts val="2209"/>
              </a:lnSpc>
            </a:pPr>
            <a:r>
              <a:rPr lang="en-US" sz="2400" b="1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>
              <a:lnSpc>
                <a:spcPts val="2209"/>
              </a:lnSpc>
            </a:pPr>
            <a:r>
              <a:rPr lang="en-US" sz="2400" b="1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«САНКТ-ПЕТЕРБУРГСКИЙ ГОСУДАРСТВЕННЫЙ УНИВЕРСИТЕТ ТЕЛЕКОММУНИКАЦИЙ ИМ. ПРОФ. М.А. БОНЧ-БРУЕВИЧА»</a:t>
            </a:r>
          </a:p>
          <a:p>
            <a:pPr algn="ctr">
              <a:lnSpc>
                <a:spcPts val="2209"/>
              </a:lnSpc>
            </a:pPr>
            <a:r>
              <a:rPr lang="en-US" sz="2400" b="1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(СПБГУТ)</a:t>
            </a:r>
          </a:p>
          <a:p>
            <a:pPr algn="ctr">
              <a:lnSpc>
                <a:spcPts val="2209"/>
              </a:lnSpc>
            </a:pPr>
            <a:endParaRPr lang="en-US" sz="2400" b="1" spc="-142" dirty="0">
              <a:solidFill>
                <a:srgbClr val="000000"/>
              </a:solidFill>
              <a:latin typeface="Manrope" pitchFamily="2" charset="0"/>
              <a:ea typeface="Agrandir Italics"/>
              <a:cs typeface="Agrandir Italics"/>
              <a:sym typeface="Agrandir Italics"/>
            </a:endParaRPr>
          </a:p>
          <a:p>
            <a:pPr algn="ctr">
              <a:lnSpc>
                <a:spcPts val="2209"/>
              </a:lnSpc>
            </a:pPr>
            <a:r>
              <a:rPr lang="en-US" sz="2400" b="1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АРХАНГЕЛЬСКИЙ КОЛЛЕДЖ ТЕЛЕКОММУНИКАЦИЙ ИМ. Б.Л. РОЗИНГА</a:t>
            </a:r>
            <a:r>
              <a:rPr lang="en-US" sz="2400" b="1" strike="noStrike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(ФИЛИАЛ) СПБГУТ</a:t>
            </a:r>
          </a:p>
          <a:p>
            <a:pPr algn="ctr">
              <a:lnSpc>
                <a:spcPts val="2209"/>
              </a:lnSpc>
            </a:pPr>
            <a:r>
              <a:rPr lang="en-US" sz="2400" b="1" strike="noStrike" spc="-142" dirty="0">
                <a:solidFill>
                  <a:srgbClr val="000000"/>
                </a:solidFill>
                <a:latin typeface="Manrope" pitchFamily="2" charset="0"/>
                <a:ea typeface="Agrandir Italics"/>
                <a:cs typeface="Agrandir Italics"/>
                <a:sym typeface="Agrandir Italics"/>
              </a:rPr>
              <a:t> (АКТ (Ф) СПБГУТ)</a:t>
            </a:r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E044CBB-BE01-E52C-0C30-51BB6EB05BF6}"/>
              </a:ext>
            </a:extLst>
          </p:cNvPr>
          <p:cNvSpPr/>
          <p:nvPr/>
        </p:nvSpPr>
        <p:spPr>
          <a:xfrm rot="21087448">
            <a:off x="-248294" y="2549948"/>
            <a:ext cx="3722945" cy="504803"/>
          </a:xfrm>
          <a:prstGeom prst="triangle">
            <a:avLst>
              <a:gd name="adj" fmla="val 0"/>
            </a:avLst>
          </a:prstGeom>
          <a:solidFill>
            <a:srgbClr val="F4A5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73003E66-01ED-479F-95D3-8FE63E4B8693}"/>
              </a:ext>
            </a:extLst>
          </p:cNvPr>
          <p:cNvSpPr/>
          <p:nvPr/>
        </p:nvSpPr>
        <p:spPr>
          <a:xfrm rot="10426983">
            <a:off x="14761347" y="2509796"/>
            <a:ext cx="3722945" cy="504803"/>
          </a:xfrm>
          <a:prstGeom prst="triangle">
            <a:avLst>
              <a:gd name="adj" fmla="val 0"/>
            </a:avLst>
          </a:prstGeom>
          <a:solidFill>
            <a:srgbClr val="F4A5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7280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00">
        <p14:pan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575</TotalTime>
  <Words>274</Words>
  <Application>Microsoft Office PowerPoint</Application>
  <PresentationFormat>Custom</PresentationFormat>
  <Paragraphs>70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Aileron</vt:lpstr>
      <vt:lpstr>Aileron Bold</vt:lpstr>
      <vt:lpstr>Manrope ExtraLight</vt:lpstr>
      <vt:lpstr>Manrope</vt:lpstr>
      <vt:lpstr>Manrope ExtraBold</vt:lpstr>
      <vt:lpstr>Manrope Light</vt:lpstr>
      <vt:lpstr>Calibri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Андрей Горелкин</dc:creator>
  <cp:lastModifiedBy>Андрей Горелкин</cp:lastModifiedBy>
  <cp:revision>61</cp:revision>
  <dcterms:created xsi:type="dcterms:W3CDTF">2006-08-16T00:00:00Z</dcterms:created>
  <dcterms:modified xsi:type="dcterms:W3CDTF">2025-12-08T07:56:11Z</dcterms:modified>
  <dc:identifier>DAG5uepxiWw</dc:identifier>
</cp:coreProperties>
</file>